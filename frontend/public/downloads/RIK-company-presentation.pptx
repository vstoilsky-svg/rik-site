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1" r:id="rId10"/>
    <p:sldId id="262" r:id="rId11"/>
    <p:sldId id="263" r:id="rId12"/>
    <p:sldId id="264" r:id="rId13"/>
    <p:sldId id="265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60" userDrawn="1">
          <p15:clr>
            <a:srgbClr val="A4A3A4"/>
          </p15:clr>
        </p15:guide>
        <p15:guide id="2" pos="21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756" y="96"/>
      </p:cViewPr>
      <p:guideLst>
        <p:guide orient="horz" pos="2860"/>
        <p:guide pos="21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4432" y="1022286"/>
            <a:ext cx="9843135" cy="7505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0462" y="4140835"/>
            <a:ext cx="9871075" cy="1753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763" y="1185925"/>
            <a:ext cx="804545" cy="0"/>
          </a:xfrm>
          <a:custGeom>
            <a:avLst/>
            <a:gdLst/>
            <a:ahLst/>
            <a:cxnLst/>
            <a:rect l="l" t="t" r="r" b="b"/>
            <a:pathLst>
              <a:path w="804545">
                <a:moveTo>
                  <a:pt x="0" y="0"/>
                </a:moveTo>
                <a:lnTo>
                  <a:pt x="804188" y="0"/>
                </a:lnTo>
              </a:path>
            </a:pathLst>
          </a:custGeom>
          <a:ln w="857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0622" y="1055369"/>
            <a:ext cx="6515734" cy="812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0622" y="2698305"/>
            <a:ext cx="9850754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zakaz@rik-vent.ru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ik-vent.ru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rik-vent.ru/" TargetMode="External"/><Relationship Id="rId2" Type="http://schemas.openxmlformats.org/officeDocument/2006/relationships/hyperlink" Target="mailto:koiich@rik-vent.r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0462" y="4140835"/>
            <a:ext cx="4655820" cy="17538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marR="5080">
              <a:lnSpc>
                <a:spcPct val="85000"/>
              </a:lnSpc>
              <a:spcBef>
                <a:spcPts val="865"/>
              </a:spcBef>
            </a:pPr>
            <a:r>
              <a:rPr sz="4200" b="1" dirty="0">
                <a:latin typeface="Calibri" panose="020F0502020204030204"/>
                <a:cs typeface="Calibri" panose="020F0502020204030204"/>
              </a:rPr>
              <a:t>ООО</a:t>
            </a:r>
            <a:r>
              <a:rPr sz="4200" b="1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4200" b="1" spc="-10" dirty="0">
                <a:latin typeface="Century Gothic" panose="020B0502020202020204"/>
                <a:cs typeface="Century Gothic" panose="020B0502020202020204"/>
              </a:rPr>
              <a:t>"</a:t>
            </a:r>
            <a:r>
              <a:rPr sz="4200" b="1" spc="-10" dirty="0">
                <a:latin typeface="Calibri" panose="020F0502020204030204"/>
                <a:cs typeface="Calibri" panose="020F0502020204030204"/>
              </a:rPr>
              <a:t>РУССКАЯ </a:t>
            </a:r>
            <a:r>
              <a:rPr sz="4200" b="1" spc="-20" dirty="0">
                <a:latin typeface="Calibri" panose="020F0502020204030204"/>
                <a:cs typeface="Calibri" panose="020F0502020204030204"/>
              </a:rPr>
              <a:t>ИНЖИНИРИНГОВАЯ </a:t>
            </a:r>
            <a:r>
              <a:rPr sz="4200" b="1" spc="-10" dirty="0">
                <a:latin typeface="Calibri" panose="020F0502020204030204"/>
                <a:cs typeface="Calibri" panose="020F0502020204030204"/>
              </a:rPr>
              <a:t>КОМПАНИЯ</a:t>
            </a:r>
            <a:r>
              <a:rPr sz="4200" b="1" spc="-10" dirty="0">
                <a:latin typeface="Century Gothic" panose="020B0502020202020204"/>
                <a:cs typeface="Century Gothic" panose="020B0502020202020204"/>
              </a:rPr>
              <a:t>"</a:t>
            </a:r>
            <a:endParaRPr sz="4200" dirty="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4432" y="1022286"/>
            <a:ext cx="4251325" cy="750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95"/>
              </a:spcBef>
            </a:pPr>
            <a:r>
              <a:rPr sz="2000" dirty="0">
                <a:latin typeface="Calibri" panose="020F0502020204030204"/>
                <a:cs typeface="Calibri" panose="020F0502020204030204"/>
              </a:rPr>
              <a:t>Решения</a:t>
            </a:r>
            <a:r>
              <a:rPr sz="200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по</a:t>
            </a:r>
            <a:r>
              <a:rPr sz="20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вентиляции</a:t>
            </a:r>
            <a:r>
              <a:rPr sz="200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от</a:t>
            </a:r>
            <a:r>
              <a:rPr sz="20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проекта</a:t>
            </a:r>
            <a:r>
              <a:rPr sz="20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до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запуска</a:t>
            </a:r>
            <a:endParaRPr sz="20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52588"/>
            <a:ext cx="799465" cy="85725"/>
          </a:xfrm>
          <a:custGeom>
            <a:avLst/>
            <a:gdLst/>
            <a:ahLst/>
            <a:cxnLst/>
            <a:rect l="l" t="t" r="r" b="b"/>
            <a:pathLst>
              <a:path w="799465" h="85725">
                <a:moveTo>
                  <a:pt x="799426" y="0"/>
                </a:moveTo>
                <a:lnTo>
                  <a:pt x="0" y="0"/>
                </a:lnTo>
                <a:lnTo>
                  <a:pt x="0" y="85725"/>
                </a:lnTo>
                <a:lnTo>
                  <a:pt x="799426" y="85725"/>
                </a:lnTo>
                <a:lnTo>
                  <a:pt x="7994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600" y="0"/>
            <a:ext cx="5486400" cy="685799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F79994-BFD4-4E54-9C2D-CA55CEB34F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772856"/>
            <a:ext cx="23622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89710" y="2641353"/>
            <a:ext cx="4825365" cy="306705"/>
          </a:xfrm>
          <a:custGeom>
            <a:avLst/>
            <a:gdLst/>
            <a:ahLst/>
            <a:cxnLst/>
            <a:rect l="l" t="t" r="r" b="b"/>
            <a:pathLst>
              <a:path w="4825365" h="306705">
                <a:moveTo>
                  <a:pt x="4771708" y="5"/>
                </a:moveTo>
                <a:lnTo>
                  <a:pt x="53038" y="5"/>
                </a:lnTo>
                <a:lnTo>
                  <a:pt x="26519" y="35914"/>
                </a:lnTo>
                <a:lnTo>
                  <a:pt x="8839" y="79669"/>
                </a:lnTo>
                <a:lnTo>
                  <a:pt x="0" y="128131"/>
                </a:lnTo>
                <a:lnTo>
                  <a:pt x="0" y="178162"/>
                </a:lnTo>
                <a:lnTo>
                  <a:pt x="8839" y="226624"/>
                </a:lnTo>
                <a:lnTo>
                  <a:pt x="26519" y="270379"/>
                </a:lnTo>
                <a:lnTo>
                  <a:pt x="53038" y="306287"/>
                </a:lnTo>
                <a:lnTo>
                  <a:pt x="4771708" y="306287"/>
                </a:lnTo>
                <a:lnTo>
                  <a:pt x="4798228" y="270379"/>
                </a:lnTo>
                <a:lnTo>
                  <a:pt x="4815908" y="226624"/>
                </a:lnTo>
                <a:lnTo>
                  <a:pt x="4824748" y="178162"/>
                </a:lnTo>
                <a:lnTo>
                  <a:pt x="4824748" y="128131"/>
                </a:lnTo>
                <a:lnTo>
                  <a:pt x="4815908" y="79669"/>
                </a:lnTo>
                <a:lnTo>
                  <a:pt x="4798228" y="35914"/>
                </a:lnTo>
                <a:lnTo>
                  <a:pt x="4771708" y="5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762" y="1185925"/>
            <a:ext cx="804545" cy="0"/>
          </a:xfrm>
          <a:custGeom>
            <a:avLst/>
            <a:gdLst/>
            <a:ahLst/>
            <a:cxnLst/>
            <a:rect l="l" t="t" r="r" b="b"/>
            <a:pathLst>
              <a:path w="804545">
                <a:moveTo>
                  <a:pt x="0" y="0"/>
                </a:moveTo>
                <a:lnTo>
                  <a:pt x="804189" y="0"/>
                </a:lnTo>
              </a:path>
            </a:pathLst>
          </a:custGeom>
          <a:ln w="857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67764" y="989330"/>
            <a:ext cx="364871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dirty="0"/>
              <a:t>Наша</a:t>
            </a:r>
            <a:r>
              <a:rPr sz="4400" spc="-65" dirty="0"/>
              <a:t> </a:t>
            </a:r>
            <a:r>
              <a:rPr sz="4400" spc="-10" dirty="0"/>
              <a:t>команда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6528282" y="1589163"/>
            <a:ext cx="5314315" cy="44437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>
              <a:lnSpc>
                <a:spcPct val="12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ООО</a:t>
            </a:r>
            <a:r>
              <a:rPr sz="1800" spc="9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entury Gothic" panose="020B0502020202020204"/>
                <a:cs typeface="Century Gothic" panose="020B0502020202020204"/>
              </a:rPr>
              <a:t>«</a:t>
            </a:r>
            <a:r>
              <a:rPr sz="1800" dirty="0">
                <a:latin typeface="Calibri" panose="020F0502020204030204"/>
                <a:cs typeface="Calibri" panose="020F0502020204030204"/>
              </a:rPr>
              <a:t>Русская</a:t>
            </a:r>
            <a:r>
              <a:rPr sz="18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Инжиниринговая</a:t>
            </a:r>
            <a:r>
              <a:rPr sz="180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Компания</a:t>
            </a:r>
            <a:r>
              <a:rPr sz="1800" dirty="0">
                <a:latin typeface="Century Gothic" panose="020B0502020202020204"/>
                <a:cs typeface="Century Gothic" panose="020B0502020202020204"/>
              </a:rPr>
              <a:t>»</a:t>
            </a:r>
            <a:r>
              <a:rPr sz="1800" spc="5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800" spc="20" dirty="0">
                <a:latin typeface="Century Gothic" panose="020B0502020202020204"/>
                <a:cs typeface="Century Gothic" panose="020B0502020202020204"/>
              </a:rPr>
              <a:t>- </a:t>
            </a:r>
            <a:r>
              <a:rPr sz="1800" dirty="0">
                <a:latin typeface="Calibri" panose="020F0502020204030204"/>
                <a:cs typeface="Calibri" panose="020F0502020204030204"/>
              </a:rPr>
              <a:t>современная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российская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производственно- </a:t>
            </a:r>
            <a:r>
              <a:rPr sz="1800" dirty="0">
                <a:latin typeface="Calibri" panose="020F0502020204030204"/>
                <a:cs typeface="Calibri" panose="020F0502020204030204"/>
              </a:rPr>
              <a:t>инжиниринговая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компания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в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области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промышленной </a:t>
            </a:r>
            <a:r>
              <a:rPr sz="1800" dirty="0">
                <a:latin typeface="Calibri" panose="020F0502020204030204"/>
                <a:cs typeface="Calibri" panose="020F0502020204030204"/>
              </a:rPr>
              <a:t>вентиляции,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эффективно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реализующая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крупные </a:t>
            </a:r>
            <a:r>
              <a:rPr sz="1800" dirty="0">
                <a:latin typeface="Calibri" panose="020F0502020204030204"/>
                <a:cs typeface="Calibri" panose="020F0502020204030204"/>
              </a:rPr>
              <a:t>проекты по всей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России.</a:t>
            </a:r>
            <a:endParaRPr sz="1800" dirty="0">
              <a:latin typeface="Calibri" panose="020F0502020204030204"/>
              <a:cs typeface="Calibri" panose="020F0502020204030204"/>
            </a:endParaRPr>
          </a:p>
          <a:p>
            <a:pPr marL="13970" marR="79375">
              <a:lnSpc>
                <a:spcPct val="120000"/>
              </a:lnSpc>
              <a:spcBef>
                <a:spcPts val="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Мы</a:t>
            </a:r>
            <a:r>
              <a:rPr sz="1800" spc="2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не</a:t>
            </a:r>
            <a:r>
              <a:rPr sz="1800" spc="2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просто</a:t>
            </a:r>
            <a:r>
              <a:rPr sz="1800" spc="2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производим</a:t>
            </a:r>
            <a:r>
              <a:rPr sz="1800" spc="2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оборудование,</a:t>
            </a:r>
            <a:r>
              <a:rPr sz="1800" spc="2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а </a:t>
            </a:r>
            <a:r>
              <a:rPr sz="1800" dirty="0">
                <a:latin typeface="Calibri" panose="020F0502020204030204"/>
                <a:cs typeface="Calibri" panose="020F0502020204030204"/>
              </a:rPr>
              <a:t>обеспечиваемый</a:t>
            </a:r>
            <a:r>
              <a:rPr sz="1800" spc="3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полный</a:t>
            </a:r>
            <a:r>
              <a:rPr sz="1800" spc="3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цикл:</a:t>
            </a:r>
            <a:r>
              <a:rPr sz="1800" spc="3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проектирование </a:t>
            </a:r>
            <a:r>
              <a:rPr sz="1800" dirty="0">
                <a:latin typeface="Calibri" panose="020F0502020204030204"/>
                <a:cs typeface="Calibri" panose="020F0502020204030204"/>
              </a:rPr>
              <a:t>или</a:t>
            </a:r>
            <a:r>
              <a:rPr sz="1800" spc="2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аудит</a:t>
            </a:r>
            <a:r>
              <a:rPr sz="1800" spc="28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действующего</a:t>
            </a:r>
            <a:r>
              <a:rPr sz="1800" spc="2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проекта,</a:t>
            </a:r>
            <a:r>
              <a:rPr sz="1800" spc="29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производство </a:t>
            </a:r>
            <a:r>
              <a:rPr sz="1800" dirty="0">
                <a:latin typeface="Calibri" panose="020F0502020204030204"/>
                <a:cs typeface="Calibri" panose="020F0502020204030204"/>
              </a:rPr>
              <a:t>оборудования</a:t>
            </a:r>
            <a:r>
              <a:rPr sz="1800" spc="3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и</a:t>
            </a:r>
            <a:r>
              <a:rPr sz="1800" spc="3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 err="1">
                <a:latin typeface="Calibri" panose="020F0502020204030204"/>
                <a:cs typeface="Calibri" panose="020F0502020204030204"/>
              </a:rPr>
              <a:t>комплектация</a:t>
            </a:r>
            <a:r>
              <a:rPr sz="1800" spc="3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 err="1">
                <a:latin typeface="Calibri" panose="020F0502020204030204"/>
                <a:cs typeface="Calibri" panose="020F0502020204030204"/>
              </a:rPr>
              <a:t>проект</a:t>
            </a:r>
            <a:r>
              <a:rPr lang="ru-RU" sz="1800" dirty="0">
                <a:latin typeface="Calibri" panose="020F0502020204030204"/>
                <a:cs typeface="Calibri" panose="020F0502020204030204"/>
              </a:rPr>
              <a:t>а</a:t>
            </a:r>
            <a:r>
              <a:rPr sz="1800" spc="2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под</a:t>
            </a:r>
            <a:r>
              <a:rPr sz="1800" spc="2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ключ,</a:t>
            </a:r>
            <a:r>
              <a:rPr sz="1800" spc="2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монтаж</a:t>
            </a:r>
            <a:r>
              <a:rPr sz="1800" spc="2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и</a:t>
            </a:r>
            <a:r>
              <a:rPr sz="1800" spc="2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пуско-наладка,</a:t>
            </a:r>
            <a:r>
              <a:rPr sz="1800" spc="18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а</a:t>
            </a:r>
            <a:r>
              <a:rPr sz="1800" spc="2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также </a:t>
            </a:r>
            <a:r>
              <a:rPr sz="1800" dirty="0">
                <a:latin typeface="Calibri" panose="020F0502020204030204"/>
                <a:cs typeface="Calibri" panose="020F0502020204030204"/>
              </a:rPr>
              <a:t>сервисное</a:t>
            </a:r>
            <a:r>
              <a:rPr sz="1800" spc="40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обслуживание</a:t>
            </a:r>
            <a:r>
              <a:rPr sz="1800" spc="40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объекта.</a:t>
            </a:r>
            <a:endParaRPr sz="180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 dirty="0">
              <a:latin typeface="Calibri" panose="020F0502020204030204"/>
              <a:cs typeface="Calibri" panose="020F0502020204030204"/>
            </a:endParaRPr>
          </a:p>
          <a:p>
            <a:pPr marL="12700" marR="7302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Предоставляем</a:t>
            </a:r>
            <a:r>
              <a:rPr sz="1800" spc="2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гарантию</a:t>
            </a:r>
            <a:r>
              <a:rPr sz="1800" spc="245" dirty="0">
                <a:latin typeface="Calibri" panose="020F0502020204030204"/>
                <a:cs typeface="Calibri" panose="020F0502020204030204"/>
              </a:rPr>
              <a:t>  </a:t>
            </a:r>
            <a:r>
              <a:rPr sz="1800" dirty="0">
                <a:latin typeface="Calibri" panose="020F0502020204030204"/>
                <a:cs typeface="Calibri" panose="020F0502020204030204"/>
              </a:rPr>
              <a:t>на</a:t>
            </a:r>
            <a:r>
              <a:rPr sz="1800" spc="2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оборудования</a:t>
            </a:r>
            <a:r>
              <a:rPr sz="1800" spc="2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от</a:t>
            </a:r>
            <a:r>
              <a:rPr sz="1800" spc="2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3-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ех </a:t>
            </a:r>
            <a:r>
              <a:rPr sz="1800" dirty="0">
                <a:latin typeface="Calibri" panose="020F0502020204030204"/>
                <a:cs typeface="Calibri" panose="020F0502020204030204"/>
              </a:rPr>
              <a:t>лет</a:t>
            </a:r>
            <a:r>
              <a:rPr sz="1800" spc="10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и</a:t>
            </a:r>
            <a:r>
              <a:rPr sz="1800" spc="10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выше.</a:t>
            </a:r>
            <a:endParaRPr sz="1800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2381250"/>
            <a:ext cx="5057775" cy="3381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381000"/>
            <a:ext cx="6420485" cy="1325245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12700" algn="l">
              <a:lnSpc>
                <a:spcPct val="100000"/>
              </a:lnSpc>
              <a:spcBef>
                <a:spcPts val="130"/>
              </a:spcBef>
            </a:pPr>
            <a:r>
              <a:rPr lang="en-US" altLang="en-US" sz="2100"/>
              <a:t>ООО</a:t>
            </a:r>
            <a:r>
              <a:rPr lang="en-US" altLang="ru-RU" sz="2100"/>
              <a:t> </a:t>
            </a:r>
            <a:r>
              <a:rPr lang="" altLang="en-US" sz="2100"/>
              <a:t>«</a:t>
            </a:r>
            <a:r>
              <a:rPr lang="en-US" altLang="en-US" sz="2100"/>
              <a:t>Русская</a:t>
            </a:r>
            <a:r>
              <a:rPr lang="en-US" altLang="ru-RU" sz="2100"/>
              <a:t> </a:t>
            </a:r>
            <a:r>
              <a:rPr lang="en-US" altLang="en-US" sz="2100"/>
              <a:t>Инжиниринговая</a:t>
            </a:r>
            <a:r>
              <a:rPr lang="en-US" altLang="ru-RU" sz="2100"/>
              <a:t> </a:t>
            </a:r>
            <a:r>
              <a:rPr lang="en-US" altLang="en-US" sz="2100"/>
              <a:t>Компания</a:t>
            </a:r>
            <a:r>
              <a:rPr lang="" altLang="en-US" sz="2100"/>
              <a:t>»</a:t>
            </a:r>
            <a:r>
              <a:rPr lang="en-US" altLang="ru-RU" sz="2100"/>
              <a:t> </a:t>
            </a:r>
            <a:r>
              <a:rPr lang="en-US" altLang="en-US" sz="2100"/>
              <a:t>предлагает</a:t>
            </a:r>
            <a:r>
              <a:rPr lang="en-US" altLang="ru-RU" sz="2100"/>
              <a:t> </a:t>
            </a:r>
            <a:r>
              <a:rPr lang="en-US" altLang="en-US" sz="2100"/>
              <a:t>полный</a:t>
            </a:r>
            <a:r>
              <a:rPr lang="en-US" altLang="ru-RU" sz="2100"/>
              <a:t> </a:t>
            </a:r>
            <a:r>
              <a:rPr lang="en-US" altLang="en-US" sz="2100"/>
              <a:t>комплекс</a:t>
            </a:r>
            <a:r>
              <a:rPr lang="en-US" altLang="ru-RU" sz="2100"/>
              <a:t> </a:t>
            </a:r>
            <a:r>
              <a:rPr lang="en-US" altLang="en-US" sz="2100"/>
              <a:t>инжиниринговых</a:t>
            </a:r>
            <a:r>
              <a:rPr lang="en-US" altLang="ru-RU" sz="2100"/>
              <a:t> </a:t>
            </a:r>
            <a:r>
              <a:rPr lang="en-US" altLang="en-US" sz="2100"/>
              <a:t>услуг</a:t>
            </a:r>
            <a:r>
              <a:rPr lang="en-US" altLang="ru-RU" sz="2100"/>
              <a:t> </a:t>
            </a:r>
            <a:r>
              <a:rPr lang="en-US" altLang="en-US" sz="2100"/>
              <a:t>в</a:t>
            </a:r>
            <a:r>
              <a:rPr lang="en-US" altLang="ru-RU" sz="2100"/>
              <a:t> </a:t>
            </a:r>
            <a:r>
              <a:rPr lang="en-US" altLang="en-US" sz="2100"/>
              <a:t>области</a:t>
            </a:r>
            <a:r>
              <a:rPr lang="en-US" altLang="ru-RU" sz="2100"/>
              <a:t> </a:t>
            </a:r>
            <a:r>
              <a:rPr lang="en-US" altLang="en-US" sz="2100"/>
              <a:t>вентиляции</a:t>
            </a:r>
            <a:r>
              <a:rPr lang="en-US" altLang="ru-RU" sz="2100"/>
              <a:t> — </a:t>
            </a:r>
            <a:r>
              <a:rPr lang="en-US" altLang="en-US" sz="2100"/>
              <a:t>от</a:t>
            </a:r>
            <a:r>
              <a:rPr lang="en-US" altLang="ru-RU" sz="2100"/>
              <a:t> </a:t>
            </a:r>
            <a:r>
              <a:rPr lang="en-US" altLang="en-US" sz="2100"/>
              <a:t>проектирования</a:t>
            </a:r>
            <a:r>
              <a:rPr lang="en-US" altLang="ru-RU" sz="2100"/>
              <a:t> </a:t>
            </a:r>
            <a:r>
              <a:rPr lang="en-US" altLang="en-US" sz="2100"/>
              <a:t>до</a:t>
            </a:r>
            <a:r>
              <a:rPr lang="en-US" altLang="ru-RU" sz="2100"/>
              <a:t> </a:t>
            </a:r>
            <a:r>
              <a:rPr lang="en-US" altLang="en-US" sz="2100"/>
              <a:t>ввода</a:t>
            </a:r>
            <a:r>
              <a:rPr lang="en-US" altLang="ru-RU" sz="2100"/>
              <a:t> </a:t>
            </a:r>
            <a:r>
              <a:rPr lang="en-US" altLang="en-US" sz="2100"/>
              <a:t>в</a:t>
            </a:r>
            <a:r>
              <a:rPr lang="en-US" altLang="ru-RU" sz="2100"/>
              <a:t> </a:t>
            </a:r>
            <a:r>
              <a:rPr lang="en-US" altLang="en-US" sz="2100"/>
              <a:t>эксплуатацию</a:t>
            </a:r>
            <a:r>
              <a:rPr lang="en-US" altLang="ru-RU" sz="2100"/>
              <a:t> </a:t>
            </a:r>
            <a:r>
              <a:rPr lang="en-US" altLang="en-US" sz="2100"/>
              <a:t>и</a:t>
            </a:r>
            <a:r>
              <a:rPr lang="en-US" altLang="ru-RU" sz="2100"/>
              <a:t> </a:t>
            </a:r>
            <a:r>
              <a:rPr lang="en-US" altLang="en-US" sz="2100"/>
              <a:t>сервисного</a:t>
            </a:r>
            <a:r>
              <a:rPr lang="en-US" altLang="ru-RU" sz="2100"/>
              <a:t> </a:t>
            </a:r>
            <a:r>
              <a:rPr lang="en-US" altLang="en-US" sz="2100"/>
              <a:t>сопровождения</a:t>
            </a:r>
            <a:r>
              <a:rPr lang="en-US" altLang="ru-RU" sz="2100"/>
              <a:t>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61230" y="1750060"/>
            <a:ext cx="6688455" cy="2432050"/>
            <a:chOff x="4760976" y="2551176"/>
            <a:chExt cx="6527800" cy="755650"/>
          </a:xfrm>
        </p:grpSpPr>
        <p:sp>
          <p:nvSpPr>
            <p:cNvPr id="4" name="object 4"/>
            <p:cNvSpPr/>
            <p:nvPr/>
          </p:nvSpPr>
          <p:spPr>
            <a:xfrm>
              <a:off x="4767326" y="2557526"/>
              <a:ext cx="6515100" cy="742950"/>
            </a:xfrm>
            <a:custGeom>
              <a:avLst/>
              <a:gdLst/>
              <a:ahLst/>
              <a:cxnLst/>
              <a:rect l="l" t="t" r="r" b="b"/>
              <a:pathLst>
                <a:path w="6515100" h="742950">
                  <a:moveTo>
                    <a:pt x="6391275" y="0"/>
                  </a:moveTo>
                  <a:lnTo>
                    <a:pt x="0" y="0"/>
                  </a:lnTo>
                  <a:lnTo>
                    <a:pt x="0" y="742950"/>
                  </a:lnTo>
                  <a:lnTo>
                    <a:pt x="6391275" y="742950"/>
                  </a:lnTo>
                  <a:lnTo>
                    <a:pt x="6439447" y="733208"/>
                  </a:lnTo>
                  <a:lnTo>
                    <a:pt x="6478809" y="706643"/>
                  </a:lnTo>
                  <a:lnTo>
                    <a:pt x="6505360" y="667244"/>
                  </a:lnTo>
                  <a:lnTo>
                    <a:pt x="6515100" y="618998"/>
                  </a:lnTo>
                  <a:lnTo>
                    <a:pt x="6515100" y="123825"/>
                  </a:lnTo>
                  <a:lnTo>
                    <a:pt x="6505360" y="75598"/>
                  </a:lnTo>
                  <a:lnTo>
                    <a:pt x="6478809" y="36242"/>
                  </a:lnTo>
                  <a:lnTo>
                    <a:pt x="6439447" y="9721"/>
                  </a:lnTo>
                  <a:lnTo>
                    <a:pt x="6391275" y="0"/>
                  </a:lnTo>
                  <a:close/>
                </a:path>
              </a:pathLst>
            </a:custGeom>
            <a:solidFill>
              <a:srgbClr val="D4D4E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67326" y="2557526"/>
              <a:ext cx="6515100" cy="742950"/>
            </a:xfrm>
            <a:custGeom>
              <a:avLst/>
              <a:gdLst/>
              <a:ahLst/>
              <a:cxnLst/>
              <a:rect l="l" t="t" r="r" b="b"/>
              <a:pathLst>
                <a:path w="6515100" h="742950">
                  <a:moveTo>
                    <a:pt x="6515100" y="123825"/>
                  </a:moveTo>
                  <a:lnTo>
                    <a:pt x="6515100" y="618998"/>
                  </a:lnTo>
                  <a:lnTo>
                    <a:pt x="6505360" y="667244"/>
                  </a:lnTo>
                  <a:lnTo>
                    <a:pt x="6478809" y="706643"/>
                  </a:lnTo>
                  <a:lnTo>
                    <a:pt x="6439447" y="733208"/>
                  </a:lnTo>
                  <a:lnTo>
                    <a:pt x="6391275" y="742950"/>
                  </a:lnTo>
                  <a:lnTo>
                    <a:pt x="0" y="742950"/>
                  </a:lnTo>
                  <a:lnTo>
                    <a:pt x="0" y="0"/>
                  </a:lnTo>
                  <a:lnTo>
                    <a:pt x="6391275" y="0"/>
                  </a:lnTo>
                  <a:lnTo>
                    <a:pt x="6439447" y="9721"/>
                  </a:lnTo>
                  <a:lnTo>
                    <a:pt x="6478809" y="36242"/>
                  </a:lnTo>
                  <a:lnTo>
                    <a:pt x="6505360" y="75598"/>
                  </a:lnTo>
                  <a:lnTo>
                    <a:pt x="6515100" y="123825"/>
                  </a:lnTo>
                  <a:close/>
                </a:path>
              </a:pathLst>
            </a:custGeom>
            <a:ln w="12700">
              <a:solidFill>
                <a:srgbClr val="D4D4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15205" y="1832610"/>
            <a:ext cx="6214745" cy="220408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84150" marR="5080" indent="-172085">
              <a:lnSpc>
                <a:spcPts val="1950"/>
              </a:lnSpc>
              <a:spcBef>
                <a:spcPts val="265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Мы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работаем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в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формате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единого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подрядчика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,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беря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на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себя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:</a:t>
            </a:r>
          </a:p>
          <a:p>
            <a:pPr marL="184150" marR="5080" indent="-172085">
              <a:lnSpc>
                <a:spcPts val="1950"/>
              </a:lnSpc>
              <a:spcBef>
                <a:spcPts val="265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проектирование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аудит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инженерных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решений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;</a:t>
            </a:r>
          </a:p>
          <a:p>
            <a:pPr marL="184150" marR="5080" indent="-172085">
              <a:lnSpc>
                <a:spcPts val="1950"/>
              </a:lnSpc>
              <a:spcBef>
                <a:spcPts val="265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производство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комплектацию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вентиляционного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оборудования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под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ключ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;</a:t>
            </a:r>
          </a:p>
          <a:p>
            <a:pPr marL="184150" marR="5080" indent="-172085">
              <a:lnSpc>
                <a:spcPts val="1950"/>
              </a:lnSpc>
              <a:spcBef>
                <a:spcPts val="265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монтаж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пуско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-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наладочные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работы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;</a:t>
            </a:r>
          </a:p>
          <a:p>
            <a:pPr marL="184150" marR="5080" indent="-172085">
              <a:lnSpc>
                <a:spcPts val="1950"/>
              </a:lnSpc>
              <a:spcBef>
                <a:spcPts val="265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гарантийное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сервисное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обслуживание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.</a:t>
            </a:r>
          </a:p>
          <a:p>
            <a:pPr marL="184150" marR="5080" indent="-172085">
              <a:lnSpc>
                <a:spcPts val="1950"/>
              </a:lnSpc>
              <a:spcBef>
                <a:spcPts val="265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проектирование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аудит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инженерных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решений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;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79450" y="1822450"/>
            <a:ext cx="3770630" cy="946150"/>
            <a:chOff x="1093787" y="2455926"/>
            <a:chExt cx="3680460" cy="946150"/>
          </a:xfrm>
        </p:grpSpPr>
        <p:sp>
          <p:nvSpPr>
            <p:cNvPr id="8" name="object 8"/>
            <p:cNvSpPr/>
            <p:nvPr/>
          </p:nvSpPr>
          <p:spPr>
            <a:xfrm>
              <a:off x="1100137" y="2462276"/>
              <a:ext cx="3667760" cy="933450"/>
            </a:xfrm>
            <a:custGeom>
              <a:avLst/>
              <a:gdLst/>
              <a:ahLst/>
              <a:cxnLst/>
              <a:rect l="l" t="t" r="r" b="b"/>
              <a:pathLst>
                <a:path w="3667760" h="933450">
                  <a:moveTo>
                    <a:pt x="3511486" y="0"/>
                  </a:moveTo>
                  <a:lnTo>
                    <a:pt x="155575" y="0"/>
                  </a:lnTo>
                  <a:lnTo>
                    <a:pt x="106403" y="7925"/>
                  </a:lnTo>
                  <a:lnTo>
                    <a:pt x="63697" y="30000"/>
                  </a:lnTo>
                  <a:lnTo>
                    <a:pt x="30018" y="63669"/>
                  </a:lnTo>
                  <a:lnTo>
                    <a:pt x="7931" y="106379"/>
                  </a:lnTo>
                  <a:lnTo>
                    <a:pt x="0" y="155575"/>
                  </a:lnTo>
                  <a:lnTo>
                    <a:pt x="0" y="777748"/>
                  </a:lnTo>
                  <a:lnTo>
                    <a:pt x="7931" y="826956"/>
                  </a:lnTo>
                  <a:lnTo>
                    <a:pt x="30018" y="869698"/>
                  </a:lnTo>
                  <a:lnTo>
                    <a:pt x="63697" y="903404"/>
                  </a:lnTo>
                  <a:lnTo>
                    <a:pt x="106403" y="925510"/>
                  </a:lnTo>
                  <a:lnTo>
                    <a:pt x="155575" y="933450"/>
                  </a:lnTo>
                  <a:lnTo>
                    <a:pt x="3511486" y="933450"/>
                  </a:lnTo>
                  <a:lnTo>
                    <a:pt x="3560695" y="925510"/>
                  </a:lnTo>
                  <a:lnTo>
                    <a:pt x="3603436" y="903404"/>
                  </a:lnTo>
                  <a:lnTo>
                    <a:pt x="3637143" y="869698"/>
                  </a:lnTo>
                  <a:lnTo>
                    <a:pt x="3659249" y="826956"/>
                  </a:lnTo>
                  <a:lnTo>
                    <a:pt x="3667188" y="777748"/>
                  </a:lnTo>
                  <a:lnTo>
                    <a:pt x="3667188" y="155575"/>
                  </a:lnTo>
                  <a:lnTo>
                    <a:pt x="3659249" y="106379"/>
                  </a:lnTo>
                  <a:lnTo>
                    <a:pt x="3637143" y="63669"/>
                  </a:lnTo>
                  <a:lnTo>
                    <a:pt x="3603436" y="30000"/>
                  </a:lnTo>
                  <a:lnTo>
                    <a:pt x="3560695" y="7925"/>
                  </a:lnTo>
                  <a:lnTo>
                    <a:pt x="3511486" y="0"/>
                  </a:lnTo>
                  <a:close/>
                </a:path>
              </a:pathLst>
            </a:custGeom>
            <a:solidFill>
              <a:srgbClr val="736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00137" y="2462276"/>
              <a:ext cx="3667760" cy="933450"/>
            </a:xfrm>
            <a:custGeom>
              <a:avLst/>
              <a:gdLst/>
              <a:ahLst/>
              <a:cxnLst/>
              <a:rect l="l" t="t" r="r" b="b"/>
              <a:pathLst>
                <a:path w="3667760" h="933450">
                  <a:moveTo>
                    <a:pt x="0" y="155575"/>
                  </a:moveTo>
                  <a:lnTo>
                    <a:pt x="7931" y="106379"/>
                  </a:lnTo>
                  <a:lnTo>
                    <a:pt x="30018" y="63669"/>
                  </a:lnTo>
                  <a:lnTo>
                    <a:pt x="63697" y="30000"/>
                  </a:lnTo>
                  <a:lnTo>
                    <a:pt x="106403" y="7925"/>
                  </a:lnTo>
                  <a:lnTo>
                    <a:pt x="155575" y="0"/>
                  </a:lnTo>
                  <a:lnTo>
                    <a:pt x="3511486" y="0"/>
                  </a:lnTo>
                  <a:lnTo>
                    <a:pt x="3560695" y="7925"/>
                  </a:lnTo>
                  <a:lnTo>
                    <a:pt x="3603436" y="30000"/>
                  </a:lnTo>
                  <a:lnTo>
                    <a:pt x="3637143" y="63669"/>
                  </a:lnTo>
                  <a:lnTo>
                    <a:pt x="3659249" y="106379"/>
                  </a:lnTo>
                  <a:lnTo>
                    <a:pt x="3667188" y="155575"/>
                  </a:lnTo>
                  <a:lnTo>
                    <a:pt x="3667188" y="777748"/>
                  </a:lnTo>
                  <a:lnTo>
                    <a:pt x="3659249" y="826956"/>
                  </a:lnTo>
                  <a:lnTo>
                    <a:pt x="3637143" y="869698"/>
                  </a:lnTo>
                  <a:lnTo>
                    <a:pt x="3603436" y="903404"/>
                  </a:lnTo>
                  <a:lnTo>
                    <a:pt x="3560695" y="925510"/>
                  </a:lnTo>
                  <a:lnTo>
                    <a:pt x="3511486" y="933450"/>
                  </a:lnTo>
                  <a:lnTo>
                    <a:pt x="155575" y="933450"/>
                  </a:lnTo>
                  <a:lnTo>
                    <a:pt x="106403" y="925510"/>
                  </a:lnTo>
                  <a:lnTo>
                    <a:pt x="63697" y="903404"/>
                  </a:lnTo>
                  <a:lnTo>
                    <a:pt x="30018" y="869698"/>
                  </a:lnTo>
                  <a:lnTo>
                    <a:pt x="7931" y="826956"/>
                  </a:lnTo>
                  <a:lnTo>
                    <a:pt x="0" y="777748"/>
                  </a:lnTo>
                  <a:lnTo>
                    <a:pt x="0" y="1555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19200" y="2057400"/>
            <a:ext cx="2722880" cy="3879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6835">
              <a:lnSpc>
                <a:spcPts val="2900"/>
              </a:lnSpc>
              <a:spcBef>
                <a:spcPts val="130"/>
              </a:spcBef>
            </a:pPr>
            <a:r>
              <a:rPr lang="en-US" altLang="en-US" sz="245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Наше</a:t>
            </a:r>
            <a:r>
              <a:rPr lang="en-US" altLang="ru-RU" sz="245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245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предложение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338580" y="4483735"/>
            <a:ext cx="3248660" cy="392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altLang="en-US" sz="245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Что</a:t>
            </a:r>
            <a:r>
              <a:rPr lang="en-US" altLang="ru-RU" sz="245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245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получает</a:t>
            </a:r>
            <a:r>
              <a:rPr lang="en-US" altLang="ru-RU" sz="245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245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Заказчик</a:t>
            </a:r>
          </a:p>
        </p:txBody>
      </p:sp>
      <p:grpSp>
        <p:nvGrpSpPr>
          <p:cNvPr id="27" name="object 27"/>
          <p:cNvGrpSpPr/>
          <p:nvPr/>
        </p:nvGrpSpPr>
        <p:grpSpPr>
          <a:xfrm>
            <a:off x="4761230" y="4305300"/>
            <a:ext cx="6688455" cy="2280285"/>
            <a:chOff x="4760976" y="5465826"/>
            <a:chExt cx="6527800" cy="755650"/>
          </a:xfrm>
        </p:grpSpPr>
        <p:sp>
          <p:nvSpPr>
            <p:cNvPr id="28" name="object 28"/>
            <p:cNvSpPr/>
            <p:nvPr/>
          </p:nvSpPr>
          <p:spPr>
            <a:xfrm>
              <a:off x="4767326" y="5472176"/>
              <a:ext cx="6515100" cy="742950"/>
            </a:xfrm>
            <a:custGeom>
              <a:avLst/>
              <a:gdLst/>
              <a:ahLst/>
              <a:cxnLst/>
              <a:rect l="l" t="t" r="r" b="b"/>
              <a:pathLst>
                <a:path w="6515100" h="742950">
                  <a:moveTo>
                    <a:pt x="6391275" y="0"/>
                  </a:moveTo>
                  <a:lnTo>
                    <a:pt x="0" y="0"/>
                  </a:lnTo>
                  <a:lnTo>
                    <a:pt x="0" y="742886"/>
                  </a:lnTo>
                  <a:lnTo>
                    <a:pt x="6391275" y="742886"/>
                  </a:lnTo>
                  <a:lnTo>
                    <a:pt x="6439447" y="733156"/>
                  </a:lnTo>
                  <a:lnTo>
                    <a:pt x="6478809" y="706620"/>
                  </a:lnTo>
                  <a:lnTo>
                    <a:pt x="6505360" y="667260"/>
                  </a:lnTo>
                  <a:lnTo>
                    <a:pt x="6515100" y="619061"/>
                  </a:lnTo>
                  <a:lnTo>
                    <a:pt x="6515100" y="123761"/>
                  </a:lnTo>
                  <a:lnTo>
                    <a:pt x="6505360" y="75571"/>
                  </a:lnTo>
                  <a:lnTo>
                    <a:pt x="6478809" y="36234"/>
                  </a:lnTo>
                  <a:lnTo>
                    <a:pt x="6439447" y="9720"/>
                  </a:lnTo>
                  <a:lnTo>
                    <a:pt x="6391275" y="0"/>
                  </a:lnTo>
                  <a:close/>
                </a:path>
              </a:pathLst>
            </a:custGeom>
            <a:solidFill>
              <a:srgbClr val="D4D4E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67326" y="5472176"/>
              <a:ext cx="6515100" cy="742950"/>
            </a:xfrm>
            <a:custGeom>
              <a:avLst/>
              <a:gdLst/>
              <a:ahLst/>
              <a:cxnLst/>
              <a:rect l="l" t="t" r="r" b="b"/>
              <a:pathLst>
                <a:path w="6515100" h="742950">
                  <a:moveTo>
                    <a:pt x="6515100" y="123761"/>
                  </a:moveTo>
                  <a:lnTo>
                    <a:pt x="6515100" y="619061"/>
                  </a:lnTo>
                  <a:lnTo>
                    <a:pt x="6505360" y="667260"/>
                  </a:lnTo>
                  <a:lnTo>
                    <a:pt x="6478809" y="706620"/>
                  </a:lnTo>
                  <a:lnTo>
                    <a:pt x="6439447" y="733156"/>
                  </a:lnTo>
                  <a:lnTo>
                    <a:pt x="6391275" y="742886"/>
                  </a:lnTo>
                  <a:lnTo>
                    <a:pt x="0" y="742886"/>
                  </a:lnTo>
                  <a:lnTo>
                    <a:pt x="0" y="0"/>
                  </a:lnTo>
                  <a:lnTo>
                    <a:pt x="6391275" y="0"/>
                  </a:lnTo>
                  <a:lnTo>
                    <a:pt x="6439447" y="9720"/>
                  </a:lnTo>
                  <a:lnTo>
                    <a:pt x="6478809" y="36234"/>
                  </a:lnTo>
                  <a:lnTo>
                    <a:pt x="6505360" y="75571"/>
                  </a:lnTo>
                  <a:lnTo>
                    <a:pt x="6515100" y="123761"/>
                  </a:lnTo>
                  <a:close/>
                </a:path>
              </a:pathLst>
            </a:custGeom>
            <a:ln w="12700">
              <a:solidFill>
                <a:srgbClr val="D4D4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953000" y="4378325"/>
            <a:ext cx="6233160" cy="189166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84150" marR="5080" indent="-172085">
              <a:lnSpc>
                <a:spcPts val="1960"/>
              </a:lnSpc>
              <a:spcBef>
                <a:spcPts val="260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Единую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точку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ответственности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за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результат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,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сроки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качество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;</a:t>
            </a:r>
          </a:p>
          <a:p>
            <a:pPr marL="184150" marR="5080" indent="-172085">
              <a:lnSpc>
                <a:spcPts val="1960"/>
              </a:lnSpc>
              <a:spcBef>
                <a:spcPts val="260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Контроль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бюджета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сроков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за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счет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собственного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производства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;</a:t>
            </a:r>
          </a:p>
          <a:p>
            <a:pPr marL="184150" marR="5080" indent="-172085">
              <a:lnSpc>
                <a:spcPts val="1960"/>
              </a:lnSpc>
              <a:spcBef>
                <a:spcPts val="260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Снижение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технических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организационных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рисков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;</a:t>
            </a:r>
          </a:p>
          <a:p>
            <a:pPr marL="184150" marR="5080" indent="-172085">
              <a:lnSpc>
                <a:spcPts val="1960"/>
              </a:lnSpc>
              <a:spcBef>
                <a:spcPts val="260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Решение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,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адаптированное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под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конкретные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требования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объекта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.</a:t>
            </a:r>
          </a:p>
        </p:txBody>
      </p:sp>
      <p:grpSp>
        <p:nvGrpSpPr>
          <p:cNvPr id="35" name="object 3"/>
          <p:cNvGrpSpPr/>
          <p:nvPr/>
        </p:nvGrpSpPr>
        <p:grpSpPr>
          <a:xfrm>
            <a:off x="4794885" y="1750060"/>
            <a:ext cx="6688455" cy="2432050"/>
            <a:chOff x="4760976" y="2551176"/>
            <a:chExt cx="6527800" cy="755650"/>
          </a:xfrm>
        </p:grpSpPr>
        <p:sp>
          <p:nvSpPr>
            <p:cNvPr id="36" name="object 4"/>
            <p:cNvSpPr/>
            <p:nvPr/>
          </p:nvSpPr>
          <p:spPr>
            <a:xfrm>
              <a:off x="4767326" y="2557526"/>
              <a:ext cx="6515100" cy="742950"/>
            </a:xfrm>
            <a:custGeom>
              <a:avLst/>
              <a:gdLst/>
              <a:ahLst/>
              <a:cxnLst/>
              <a:rect l="l" t="t" r="r" b="b"/>
              <a:pathLst>
                <a:path w="6515100" h="742950">
                  <a:moveTo>
                    <a:pt x="6391275" y="0"/>
                  </a:moveTo>
                  <a:lnTo>
                    <a:pt x="0" y="0"/>
                  </a:lnTo>
                  <a:lnTo>
                    <a:pt x="0" y="742950"/>
                  </a:lnTo>
                  <a:lnTo>
                    <a:pt x="6391275" y="742950"/>
                  </a:lnTo>
                  <a:lnTo>
                    <a:pt x="6439447" y="733208"/>
                  </a:lnTo>
                  <a:lnTo>
                    <a:pt x="6478809" y="706643"/>
                  </a:lnTo>
                  <a:lnTo>
                    <a:pt x="6505360" y="667244"/>
                  </a:lnTo>
                  <a:lnTo>
                    <a:pt x="6515100" y="618998"/>
                  </a:lnTo>
                  <a:lnTo>
                    <a:pt x="6515100" y="123825"/>
                  </a:lnTo>
                  <a:lnTo>
                    <a:pt x="6505360" y="75598"/>
                  </a:lnTo>
                  <a:lnTo>
                    <a:pt x="6478809" y="36242"/>
                  </a:lnTo>
                  <a:lnTo>
                    <a:pt x="6439447" y="9721"/>
                  </a:lnTo>
                  <a:lnTo>
                    <a:pt x="6391275" y="0"/>
                  </a:lnTo>
                  <a:close/>
                </a:path>
              </a:pathLst>
            </a:custGeom>
            <a:solidFill>
              <a:srgbClr val="D4D4E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5"/>
            <p:cNvSpPr/>
            <p:nvPr/>
          </p:nvSpPr>
          <p:spPr>
            <a:xfrm>
              <a:off x="4767326" y="2557526"/>
              <a:ext cx="6515100" cy="742950"/>
            </a:xfrm>
            <a:custGeom>
              <a:avLst/>
              <a:gdLst/>
              <a:ahLst/>
              <a:cxnLst/>
              <a:rect l="l" t="t" r="r" b="b"/>
              <a:pathLst>
                <a:path w="6515100" h="742950">
                  <a:moveTo>
                    <a:pt x="6515100" y="123825"/>
                  </a:moveTo>
                  <a:lnTo>
                    <a:pt x="6515100" y="618998"/>
                  </a:lnTo>
                  <a:lnTo>
                    <a:pt x="6505360" y="667244"/>
                  </a:lnTo>
                  <a:lnTo>
                    <a:pt x="6478809" y="706643"/>
                  </a:lnTo>
                  <a:lnTo>
                    <a:pt x="6439447" y="733208"/>
                  </a:lnTo>
                  <a:lnTo>
                    <a:pt x="6391275" y="742950"/>
                  </a:lnTo>
                  <a:lnTo>
                    <a:pt x="0" y="742950"/>
                  </a:lnTo>
                  <a:lnTo>
                    <a:pt x="0" y="0"/>
                  </a:lnTo>
                  <a:lnTo>
                    <a:pt x="6391275" y="0"/>
                  </a:lnTo>
                  <a:lnTo>
                    <a:pt x="6439447" y="9721"/>
                  </a:lnTo>
                  <a:lnTo>
                    <a:pt x="6478809" y="36242"/>
                  </a:lnTo>
                  <a:lnTo>
                    <a:pt x="6505360" y="75598"/>
                  </a:lnTo>
                  <a:lnTo>
                    <a:pt x="6515100" y="123825"/>
                  </a:lnTo>
                  <a:close/>
                </a:path>
              </a:pathLst>
            </a:custGeom>
            <a:ln w="12700">
              <a:solidFill>
                <a:srgbClr val="D4D4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6"/>
          <p:cNvSpPr txBox="1"/>
          <p:nvPr/>
        </p:nvSpPr>
        <p:spPr>
          <a:xfrm>
            <a:off x="4848860" y="1832610"/>
            <a:ext cx="6214745" cy="220408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84150" marR="5080" indent="-172085">
              <a:lnSpc>
                <a:spcPts val="1950"/>
              </a:lnSpc>
              <a:spcBef>
                <a:spcPts val="265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Мы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работаем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в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формате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единого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подрядчика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,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беря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на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себя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:</a:t>
            </a:r>
          </a:p>
          <a:p>
            <a:pPr marL="184150" marR="5080" indent="-172085">
              <a:lnSpc>
                <a:spcPts val="1950"/>
              </a:lnSpc>
              <a:spcBef>
                <a:spcPts val="265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проектирование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аудит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инженерных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решений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;</a:t>
            </a:r>
          </a:p>
          <a:p>
            <a:pPr marL="184150" marR="5080" indent="-172085">
              <a:lnSpc>
                <a:spcPts val="1950"/>
              </a:lnSpc>
              <a:spcBef>
                <a:spcPts val="265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производство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комплектацию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вентиляционного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оборудования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под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ключ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;</a:t>
            </a:r>
          </a:p>
          <a:p>
            <a:pPr marL="184150" marR="5080" indent="-172085">
              <a:lnSpc>
                <a:spcPts val="1950"/>
              </a:lnSpc>
              <a:spcBef>
                <a:spcPts val="265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монтаж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пуско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-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наладочные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работы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;</a:t>
            </a:r>
          </a:p>
          <a:p>
            <a:pPr marL="184150" marR="5080" indent="-172085">
              <a:lnSpc>
                <a:spcPts val="1950"/>
              </a:lnSpc>
              <a:spcBef>
                <a:spcPts val="265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гарантийное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сервисное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обслуживание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.</a:t>
            </a:r>
          </a:p>
          <a:p>
            <a:pPr marL="184150" marR="5080" indent="-172085">
              <a:lnSpc>
                <a:spcPts val="1950"/>
              </a:lnSpc>
              <a:spcBef>
                <a:spcPts val="265"/>
              </a:spcBef>
              <a:buFont typeface="Century Gothic" panose="020B0502020202020204"/>
              <a:buChar char="•"/>
              <a:tabLst>
                <a:tab pos="184785" algn="l"/>
              </a:tabLst>
            </a:pP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проектирование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аудит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инженерных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 </a:t>
            </a:r>
            <a:r>
              <a:rPr lang="en-US" altLang="en-US" sz="1700">
                <a:latin typeface="Century Gothic" panose="020B0502020202020204"/>
                <a:cs typeface="Century Gothic" panose="020B0502020202020204"/>
              </a:rPr>
              <a:t>решений</a:t>
            </a:r>
            <a:r>
              <a:rPr lang="en-US" altLang="ru-RU" sz="1700">
                <a:latin typeface="Century Gothic" panose="020B0502020202020204"/>
                <a:cs typeface="Century Gothic" panose="020B0502020202020204"/>
              </a:rPr>
              <a:t>;</a:t>
            </a:r>
          </a:p>
        </p:txBody>
      </p:sp>
      <p:grpSp>
        <p:nvGrpSpPr>
          <p:cNvPr id="39" name="object 23"/>
          <p:cNvGrpSpPr/>
          <p:nvPr/>
        </p:nvGrpSpPr>
        <p:grpSpPr>
          <a:xfrm>
            <a:off x="650240" y="4260850"/>
            <a:ext cx="3770630" cy="946150"/>
            <a:chOff x="1093787" y="4399026"/>
            <a:chExt cx="3680460" cy="946150"/>
          </a:xfrm>
        </p:grpSpPr>
        <p:sp>
          <p:nvSpPr>
            <p:cNvPr id="40" name="object 24"/>
            <p:cNvSpPr/>
            <p:nvPr/>
          </p:nvSpPr>
          <p:spPr>
            <a:xfrm>
              <a:off x="1100137" y="4405376"/>
              <a:ext cx="3667760" cy="933450"/>
            </a:xfrm>
            <a:custGeom>
              <a:avLst/>
              <a:gdLst/>
              <a:ahLst/>
              <a:cxnLst/>
              <a:rect l="l" t="t" r="r" b="b"/>
              <a:pathLst>
                <a:path w="3667760" h="933450">
                  <a:moveTo>
                    <a:pt x="3511486" y="0"/>
                  </a:moveTo>
                  <a:lnTo>
                    <a:pt x="155575" y="0"/>
                  </a:lnTo>
                  <a:lnTo>
                    <a:pt x="106403" y="7925"/>
                  </a:lnTo>
                  <a:lnTo>
                    <a:pt x="63697" y="30000"/>
                  </a:lnTo>
                  <a:lnTo>
                    <a:pt x="30018" y="63669"/>
                  </a:lnTo>
                  <a:lnTo>
                    <a:pt x="7931" y="106379"/>
                  </a:lnTo>
                  <a:lnTo>
                    <a:pt x="0" y="155575"/>
                  </a:lnTo>
                  <a:lnTo>
                    <a:pt x="0" y="777748"/>
                  </a:lnTo>
                  <a:lnTo>
                    <a:pt x="7931" y="826956"/>
                  </a:lnTo>
                  <a:lnTo>
                    <a:pt x="30018" y="869698"/>
                  </a:lnTo>
                  <a:lnTo>
                    <a:pt x="63697" y="903404"/>
                  </a:lnTo>
                  <a:lnTo>
                    <a:pt x="106403" y="925510"/>
                  </a:lnTo>
                  <a:lnTo>
                    <a:pt x="155575" y="933450"/>
                  </a:lnTo>
                  <a:lnTo>
                    <a:pt x="3511486" y="933450"/>
                  </a:lnTo>
                  <a:lnTo>
                    <a:pt x="3560695" y="925510"/>
                  </a:lnTo>
                  <a:lnTo>
                    <a:pt x="3603436" y="903404"/>
                  </a:lnTo>
                  <a:lnTo>
                    <a:pt x="3637143" y="869698"/>
                  </a:lnTo>
                  <a:lnTo>
                    <a:pt x="3659249" y="826956"/>
                  </a:lnTo>
                  <a:lnTo>
                    <a:pt x="3667188" y="777748"/>
                  </a:lnTo>
                  <a:lnTo>
                    <a:pt x="3667188" y="155575"/>
                  </a:lnTo>
                  <a:lnTo>
                    <a:pt x="3659249" y="106379"/>
                  </a:lnTo>
                  <a:lnTo>
                    <a:pt x="3637143" y="63669"/>
                  </a:lnTo>
                  <a:lnTo>
                    <a:pt x="3603436" y="30000"/>
                  </a:lnTo>
                  <a:lnTo>
                    <a:pt x="3560695" y="7925"/>
                  </a:lnTo>
                  <a:lnTo>
                    <a:pt x="3511486" y="0"/>
                  </a:lnTo>
                  <a:close/>
                </a:path>
              </a:pathLst>
            </a:custGeom>
            <a:solidFill>
              <a:srgbClr val="736D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5"/>
            <p:cNvSpPr/>
            <p:nvPr/>
          </p:nvSpPr>
          <p:spPr>
            <a:xfrm>
              <a:off x="1100137" y="4405376"/>
              <a:ext cx="3667760" cy="933450"/>
            </a:xfrm>
            <a:custGeom>
              <a:avLst/>
              <a:gdLst/>
              <a:ahLst/>
              <a:cxnLst/>
              <a:rect l="l" t="t" r="r" b="b"/>
              <a:pathLst>
                <a:path w="3667760" h="933450">
                  <a:moveTo>
                    <a:pt x="0" y="155575"/>
                  </a:moveTo>
                  <a:lnTo>
                    <a:pt x="7931" y="106379"/>
                  </a:lnTo>
                  <a:lnTo>
                    <a:pt x="30018" y="63669"/>
                  </a:lnTo>
                  <a:lnTo>
                    <a:pt x="63697" y="30000"/>
                  </a:lnTo>
                  <a:lnTo>
                    <a:pt x="106403" y="7925"/>
                  </a:lnTo>
                  <a:lnTo>
                    <a:pt x="155575" y="0"/>
                  </a:lnTo>
                  <a:lnTo>
                    <a:pt x="3511486" y="0"/>
                  </a:lnTo>
                  <a:lnTo>
                    <a:pt x="3560695" y="7925"/>
                  </a:lnTo>
                  <a:lnTo>
                    <a:pt x="3603436" y="30000"/>
                  </a:lnTo>
                  <a:lnTo>
                    <a:pt x="3637143" y="63669"/>
                  </a:lnTo>
                  <a:lnTo>
                    <a:pt x="3659249" y="106379"/>
                  </a:lnTo>
                  <a:lnTo>
                    <a:pt x="3667188" y="155575"/>
                  </a:lnTo>
                  <a:lnTo>
                    <a:pt x="3667188" y="777748"/>
                  </a:lnTo>
                  <a:lnTo>
                    <a:pt x="3659249" y="826956"/>
                  </a:lnTo>
                  <a:lnTo>
                    <a:pt x="3637143" y="869698"/>
                  </a:lnTo>
                  <a:lnTo>
                    <a:pt x="3603436" y="903404"/>
                  </a:lnTo>
                  <a:lnTo>
                    <a:pt x="3560695" y="925510"/>
                  </a:lnTo>
                  <a:lnTo>
                    <a:pt x="3511486" y="933450"/>
                  </a:lnTo>
                  <a:lnTo>
                    <a:pt x="155575" y="933450"/>
                  </a:lnTo>
                  <a:lnTo>
                    <a:pt x="106403" y="925510"/>
                  </a:lnTo>
                  <a:lnTo>
                    <a:pt x="63697" y="903404"/>
                  </a:lnTo>
                  <a:lnTo>
                    <a:pt x="30018" y="869698"/>
                  </a:lnTo>
                  <a:lnTo>
                    <a:pt x="7931" y="826956"/>
                  </a:lnTo>
                  <a:lnTo>
                    <a:pt x="0" y="777748"/>
                  </a:lnTo>
                  <a:lnTo>
                    <a:pt x="0" y="1555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26"/>
          <p:cNvSpPr txBox="1"/>
          <p:nvPr/>
        </p:nvSpPr>
        <p:spPr>
          <a:xfrm>
            <a:off x="990600" y="4497705"/>
            <a:ext cx="3248660" cy="392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altLang="en-US" sz="245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Что</a:t>
            </a:r>
            <a:r>
              <a:rPr lang="en-US" altLang="ru-RU" sz="245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245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получает</a:t>
            </a:r>
            <a:r>
              <a:rPr lang="en-US" altLang="ru-RU" sz="245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245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Заказчик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0755" y="995680"/>
            <a:ext cx="4288155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ru-RU" sz="4400" dirty="0"/>
              <a:t>Наш ассортимент</a:t>
            </a:r>
            <a:endParaRPr lang="ru-RU" sz="4400"/>
          </a:p>
        </p:txBody>
      </p:sp>
      <p:sp>
        <p:nvSpPr>
          <p:cNvPr id="3" name="object 3"/>
          <p:cNvSpPr/>
          <p:nvPr/>
        </p:nvSpPr>
        <p:spPr>
          <a:xfrm>
            <a:off x="5386451" y="1100200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6400" y="0"/>
                </a:lnTo>
              </a:path>
            </a:pathLst>
          </a:custGeom>
          <a:ln w="12700">
            <a:solidFill>
              <a:srgbClr val="736D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15151" y="2386076"/>
            <a:ext cx="4381500" cy="922542"/>
          </a:xfrm>
          <a:custGeom>
            <a:avLst/>
            <a:gdLst/>
            <a:ahLst/>
            <a:cxnLst/>
            <a:rect l="l" t="t" r="r" b="b"/>
            <a:pathLst>
              <a:path w="4381500">
                <a:moveTo>
                  <a:pt x="0" y="0"/>
                </a:moveTo>
                <a:lnTo>
                  <a:pt x="4381500" y="0"/>
                </a:lnTo>
              </a:path>
            </a:pathLst>
          </a:custGeom>
          <a:ln w="12700">
            <a:solidFill>
              <a:srgbClr val="C8C7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15151" y="2995676"/>
            <a:ext cx="4381500" cy="0"/>
          </a:xfrm>
          <a:custGeom>
            <a:avLst/>
            <a:gdLst/>
            <a:ahLst/>
            <a:cxnLst/>
            <a:rect l="l" t="t" r="r" b="b"/>
            <a:pathLst>
              <a:path w="4381500">
                <a:moveTo>
                  <a:pt x="0" y="0"/>
                </a:moveTo>
                <a:lnTo>
                  <a:pt x="4381500" y="0"/>
                </a:lnTo>
              </a:path>
            </a:pathLst>
          </a:custGeom>
          <a:ln w="12700">
            <a:solidFill>
              <a:srgbClr val="C8C7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15151" y="3605276"/>
            <a:ext cx="4381500" cy="0"/>
          </a:xfrm>
          <a:custGeom>
            <a:avLst/>
            <a:gdLst/>
            <a:ahLst/>
            <a:cxnLst/>
            <a:rect l="l" t="t" r="r" b="b"/>
            <a:pathLst>
              <a:path w="4381500">
                <a:moveTo>
                  <a:pt x="0" y="0"/>
                </a:moveTo>
                <a:lnTo>
                  <a:pt x="4381500" y="0"/>
                </a:lnTo>
              </a:path>
            </a:pathLst>
          </a:custGeom>
          <a:ln w="12700">
            <a:solidFill>
              <a:srgbClr val="C8C7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15151" y="4205351"/>
            <a:ext cx="4381500" cy="0"/>
          </a:xfrm>
          <a:custGeom>
            <a:avLst/>
            <a:gdLst/>
            <a:ahLst/>
            <a:cxnLst/>
            <a:rect l="l" t="t" r="r" b="b"/>
            <a:pathLst>
              <a:path w="4381500">
                <a:moveTo>
                  <a:pt x="0" y="0"/>
                </a:moveTo>
                <a:lnTo>
                  <a:pt x="4381500" y="0"/>
                </a:lnTo>
              </a:path>
            </a:pathLst>
          </a:custGeom>
          <a:ln w="12700">
            <a:solidFill>
              <a:srgbClr val="C8C7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15152" y="2432748"/>
            <a:ext cx="4978908" cy="178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080">
              <a:lnSpc>
                <a:spcPct val="100000"/>
              </a:lnSpc>
              <a:spcBef>
                <a:spcPts val="100"/>
              </a:spcBef>
            </a:pPr>
            <a:r>
              <a:rPr lang="en-US" altLang="en-US" sz="1500" dirty="0">
                <a:latin typeface="Calibri" panose="020F0502020204030204"/>
                <a:cs typeface="Calibri" panose="020F0502020204030204"/>
              </a:rPr>
              <a:t>Приточно</a:t>
            </a:r>
            <a:r>
              <a:rPr lang="en-US" altLang="ru-RU" sz="1500" dirty="0">
                <a:latin typeface="Calibri" panose="020F0502020204030204"/>
                <a:cs typeface="Calibri" panose="020F0502020204030204"/>
              </a:rPr>
              <a:t>-</a:t>
            </a:r>
            <a:r>
              <a:rPr lang="en-US" altLang="en-US" sz="1500" dirty="0">
                <a:latin typeface="Calibri" panose="020F0502020204030204"/>
                <a:cs typeface="Calibri" panose="020F0502020204030204"/>
              </a:rPr>
              <a:t>вытяжные</a:t>
            </a:r>
            <a:r>
              <a:rPr lang="en-US" altLang="ru-RU" sz="150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1500" dirty="0">
                <a:latin typeface="Calibri" panose="020F0502020204030204"/>
                <a:cs typeface="Calibri" panose="020F0502020204030204"/>
              </a:rPr>
              <a:t>установки</a:t>
            </a:r>
            <a:r>
              <a:rPr lang="en-US" altLang="ru-RU" sz="150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1500" dirty="0">
                <a:latin typeface="Calibri" panose="020F0502020204030204"/>
                <a:cs typeface="Calibri" panose="020F0502020204030204"/>
              </a:rPr>
              <a:t>с</a:t>
            </a:r>
            <a:r>
              <a:rPr lang="en-US" altLang="ru-RU" sz="150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1500" dirty="0">
                <a:latin typeface="Calibri" panose="020F0502020204030204"/>
                <a:cs typeface="Calibri" panose="020F0502020204030204"/>
              </a:rPr>
              <a:t>автоматизацией</a:t>
            </a:r>
            <a:endParaRPr lang="ru-RU" sz="1500" spc="-10" dirty="0">
              <a:latin typeface="Calibri" panose="020F0502020204030204"/>
              <a:cs typeface="Calibri" panose="020F0502020204030204"/>
            </a:endParaRPr>
          </a:p>
          <a:p>
            <a:pPr marL="46355">
              <a:lnSpc>
                <a:spcPct val="100000"/>
              </a:lnSpc>
            </a:pPr>
            <a:endParaRPr sz="1500" dirty="0">
              <a:latin typeface="Calibri" panose="020F0502020204030204"/>
              <a:cs typeface="Calibri" panose="020F0502020204030204"/>
            </a:endParaRPr>
          </a:p>
          <a:p>
            <a:pPr marL="20955">
              <a:lnSpc>
                <a:spcPct val="100000"/>
              </a:lnSpc>
              <a:spcBef>
                <a:spcPts val="1230"/>
              </a:spcBef>
            </a:pPr>
            <a:r>
              <a:rPr lang="ru-RU" altLang="en-US" sz="1500" dirty="0">
                <a:latin typeface="Calibri" panose="020F0502020204030204"/>
                <a:cs typeface="Calibri" panose="020F0502020204030204"/>
              </a:rPr>
              <a:t>К</a:t>
            </a:r>
            <a:r>
              <a:rPr lang="en-US" altLang="en-US" sz="1500" dirty="0">
                <a:latin typeface="Calibri" panose="020F0502020204030204"/>
                <a:cs typeface="Calibri" panose="020F0502020204030204"/>
              </a:rPr>
              <a:t>анальное</a:t>
            </a:r>
            <a:r>
              <a:rPr lang="en-US" altLang="ru-RU" sz="150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1500" dirty="0">
                <a:latin typeface="Calibri" panose="020F0502020204030204"/>
                <a:cs typeface="Calibri" panose="020F0502020204030204"/>
              </a:rPr>
              <a:t>и</a:t>
            </a:r>
            <a:r>
              <a:rPr lang="en-US" altLang="ru-RU" sz="150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1500" dirty="0">
                <a:latin typeface="Calibri" panose="020F0502020204030204"/>
                <a:cs typeface="Calibri" panose="020F0502020204030204"/>
              </a:rPr>
              <a:t>крышное</a:t>
            </a:r>
            <a:r>
              <a:rPr lang="en-US" altLang="ru-RU" sz="150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1500" dirty="0">
                <a:latin typeface="Calibri" panose="020F0502020204030204"/>
                <a:cs typeface="Calibri" panose="020F0502020204030204"/>
              </a:rPr>
              <a:t>оборудование</a:t>
            </a:r>
          </a:p>
          <a:p>
            <a:pPr marL="12700">
              <a:lnSpc>
                <a:spcPct val="100000"/>
              </a:lnSpc>
            </a:pPr>
            <a:endParaRPr lang="ru-RU" sz="1500" spc="-1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endParaRPr lang="ru-RU" sz="1500" spc="-1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lang="ru-RU" altLang="en-US" sz="1500" spc="-10" dirty="0">
                <a:latin typeface="Calibri" panose="020F0502020204030204"/>
                <a:cs typeface="Calibri" panose="020F0502020204030204"/>
              </a:rPr>
              <a:t>П</a:t>
            </a:r>
            <a:r>
              <a:rPr lang="en-US" altLang="en-US" sz="1500" spc="-10" dirty="0">
                <a:latin typeface="Calibri" panose="020F0502020204030204"/>
                <a:cs typeface="Calibri" panose="020F0502020204030204"/>
              </a:rPr>
              <a:t>ротивопожарные</a:t>
            </a:r>
            <a:r>
              <a:rPr lang="en-US" altLang="ru-RU" sz="15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1500" spc="-10" dirty="0">
                <a:latin typeface="Calibri" panose="020F0502020204030204"/>
                <a:cs typeface="Calibri" panose="020F0502020204030204"/>
              </a:rPr>
              <a:t>клапаны</a:t>
            </a:r>
          </a:p>
          <a:p>
            <a:pPr marL="12700">
              <a:lnSpc>
                <a:spcPct val="100000"/>
              </a:lnSpc>
            </a:pPr>
            <a:endParaRPr sz="15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15151" y="4814951"/>
            <a:ext cx="4381500" cy="0"/>
          </a:xfrm>
          <a:custGeom>
            <a:avLst/>
            <a:gdLst/>
            <a:ahLst/>
            <a:cxnLst/>
            <a:rect l="l" t="t" r="r" b="b"/>
            <a:pathLst>
              <a:path w="4381500">
                <a:moveTo>
                  <a:pt x="0" y="0"/>
                </a:moveTo>
                <a:lnTo>
                  <a:pt x="4381500" y="0"/>
                </a:lnTo>
              </a:path>
            </a:pathLst>
          </a:custGeom>
          <a:ln w="12700">
            <a:solidFill>
              <a:srgbClr val="C8C7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15662" y="4419689"/>
            <a:ext cx="4176649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altLang="en-US" sz="1500" dirty="0">
                <a:latin typeface="Calibri" panose="020F0502020204030204"/>
                <a:cs typeface="Calibri" panose="020F0502020204030204"/>
              </a:rPr>
              <a:t>П</a:t>
            </a:r>
            <a:r>
              <a:rPr lang="en-US" altLang="en-US" sz="1500" dirty="0">
                <a:latin typeface="Calibri" panose="020F0502020204030204"/>
                <a:cs typeface="Calibri" panose="020F0502020204030204"/>
              </a:rPr>
              <a:t>ротивопожарные</a:t>
            </a:r>
            <a:r>
              <a:rPr lang="en-US" altLang="ru-RU" sz="150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1500" dirty="0">
                <a:latin typeface="Calibri" panose="020F0502020204030204"/>
                <a:cs typeface="Calibri" panose="020F0502020204030204"/>
              </a:rPr>
              <a:t>клапаны</a:t>
            </a:r>
          </a:p>
        </p:txBody>
      </p:sp>
      <p:sp>
        <p:nvSpPr>
          <p:cNvPr id="11" name="object 11"/>
          <p:cNvSpPr/>
          <p:nvPr/>
        </p:nvSpPr>
        <p:spPr>
          <a:xfrm>
            <a:off x="6415151" y="5415026"/>
            <a:ext cx="4381500" cy="0"/>
          </a:xfrm>
          <a:custGeom>
            <a:avLst/>
            <a:gdLst/>
            <a:ahLst/>
            <a:cxnLst/>
            <a:rect l="l" t="t" r="r" b="b"/>
            <a:pathLst>
              <a:path w="4381500">
                <a:moveTo>
                  <a:pt x="0" y="0"/>
                </a:moveTo>
                <a:lnTo>
                  <a:pt x="4381500" y="0"/>
                </a:lnTo>
              </a:path>
            </a:pathLst>
          </a:custGeom>
          <a:ln w="12700">
            <a:solidFill>
              <a:srgbClr val="C8C7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00423" y="5105375"/>
            <a:ext cx="5008368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lang="ru-RU" altLang="en-US" sz="1500" dirty="0">
                <a:latin typeface="Calibri" panose="020F0502020204030204"/>
                <a:cs typeface="Calibri" panose="020F0502020204030204"/>
              </a:rPr>
              <a:t>П</a:t>
            </a:r>
            <a:r>
              <a:rPr lang="en-US" altLang="en-US" sz="1500" dirty="0">
                <a:latin typeface="Calibri" panose="020F0502020204030204"/>
                <a:cs typeface="Calibri" panose="020F0502020204030204"/>
              </a:rPr>
              <a:t>ротивопожарные</a:t>
            </a:r>
            <a:r>
              <a:rPr lang="en-US" altLang="ru-RU" sz="150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en-US" sz="1500" dirty="0">
                <a:latin typeface="Calibri" panose="020F0502020204030204"/>
                <a:cs typeface="Calibri" panose="020F0502020204030204"/>
              </a:rPr>
              <a:t>клапаны</a:t>
            </a:r>
            <a:endParaRPr sz="15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0622" y="2701861"/>
            <a:ext cx="2886710" cy="12941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65"/>
              </a:spcBef>
            </a:pPr>
            <a:r>
              <a:rPr sz="1550" dirty="0">
                <a:latin typeface="Calibri" panose="020F0502020204030204"/>
                <a:cs typeface="Calibri" panose="020F0502020204030204"/>
              </a:rPr>
              <a:t>Мы</a:t>
            </a:r>
            <a:r>
              <a:rPr sz="155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предлагаем</a:t>
            </a:r>
            <a:r>
              <a:rPr sz="1550" spc="15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широкий</a:t>
            </a:r>
            <a:r>
              <a:rPr sz="1550" spc="170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spc="-20" dirty="0">
                <a:latin typeface="Calibri" panose="020F0502020204030204"/>
                <a:cs typeface="Calibri" panose="020F0502020204030204"/>
              </a:rPr>
              <a:t>выбор </a:t>
            </a:r>
            <a:r>
              <a:rPr sz="1550" dirty="0">
                <a:latin typeface="Calibri" panose="020F0502020204030204"/>
                <a:cs typeface="Calibri" panose="020F0502020204030204"/>
              </a:rPr>
              <a:t>вентиляционного</a:t>
            </a:r>
            <a:r>
              <a:rPr sz="1550" spc="310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spc="-10" dirty="0">
                <a:latin typeface="Calibri" panose="020F0502020204030204"/>
                <a:cs typeface="Calibri" panose="020F0502020204030204"/>
              </a:rPr>
              <a:t>оборудования</a:t>
            </a:r>
            <a:r>
              <a:rPr sz="1550" spc="-10" dirty="0">
                <a:latin typeface="Century Gothic" panose="020B0502020202020204"/>
                <a:cs typeface="Century Gothic" panose="020B0502020202020204"/>
              </a:rPr>
              <a:t>, </a:t>
            </a:r>
            <a:r>
              <a:rPr sz="1550" dirty="0">
                <a:latin typeface="Calibri" panose="020F0502020204030204"/>
                <a:cs typeface="Calibri" panose="020F0502020204030204"/>
              </a:rPr>
              <a:t>отвечающего</a:t>
            </a:r>
            <a:r>
              <a:rPr sz="1550" spc="23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самым</a:t>
            </a:r>
            <a:r>
              <a:rPr sz="1550" spc="180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spc="-10" dirty="0">
                <a:latin typeface="Calibri" panose="020F0502020204030204"/>
                <a:cs typeface="Calibri" panose="020F0502020204030204"/>
              </a:rPr>
              <a:t>высоким </a:t>
            </a:r>
            <a:r>
              <a:rPr sz="1550" dirty="0">
                <a:latin typeface="Calibri" panose="020F0502020204030204"/>
                <a:cs typeface="Calibri" panose="020F0502020204030204"/>
              </a:rPr>
              <a:t>стандартам</a:t>
            </a:r>
            <a:r>
              <a:rPr sz="1550" spc="22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spc="-10" dirty="0">
                <a:latin typeface="Calibri" panose="020F0502020204030204"/>
                <a:cs typeface="Calibri" panose="020F0502020204030204"/>
              </a:rPr>
              <a:t>качества</a:t>
            </a:r>
            <a:r>
              <a:rPr sz="1550" spc="-10" dirty="0">
                <a:latin typeface="Century Gothic" panose="020B0502020202020204"/>
                <a:cs typeface="Century Gothic" panose="020B0502020202020204"/>
              </a:rPr>
              <a:t>.</a:t>
            </a:r>
            <a:endParaRPr sz="1550">
              <a:latin typeface="Century Gothic" panose="020B0502020202020204"/>
              <a:cs typeface="Century Gothic" panose="020B0502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85825" y="3676650"/>
            <a:ext cx="5048250" cy="2943225"/>
            <a:chOff x="885825" y="3676650"/>
            <a:chExt cx="5048250" cy="294322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825" y="4057650"/>
              <a:ext cx="3086100" cy="17430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3975" y="4905375"/>
              <a:ext cx="3038475" cy="17145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4675" y="3676650"/>
              <a:ext cx="2819400" cy="1714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7764" y="991488"/>
            <a:ext cx="3605529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dirty="0"/>
              <a:t>Наши </a:t>
            </a:r>
            <a:r>
              <a:rPr sz="4400" spc="-10" dirty="0"/>
              <a:t>проекты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159255" y="1711845"/>
            <a:ext cx="9558020" cy="1352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Мы</a:t>
            </a:r>
            <a:r>
              <a:rPr sz="1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гордимся</a:t>
            </a:r>
            <a:r>
              <a:rPr sz="18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реализацией</a:t>
            </a:r>
            <a:r>
              <a:rPr sz="18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сложных</a:t>
            </a:r>
            <a:r>
              <a:rPr sz="18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проектов</a:t>
            </a:r>
            <a:r>
              <a:rPr sz="1800" dirty="0">
                <a:latin typeface="Century Gothic" panose="020B0502020202020204"/>
                <a:cs typeface="Century Gothic" panose="020B0502020202020204"/>
              </a:rPr>
              <a:t>,</a:t>
            </a:r>
            <a:r>
              <a:rPr sz="1800" spc="365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удовлетворяя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самые</a:t>
            </a:r>
            <a:r>
              <a:rPr sz="18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разнообразные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требования </a:t>
            </a:r>
            <a:r>
              <a:rPr sz="1800" dirty="0">
                <a:latin typeface="Calibri" panose="020F0502020204030204"/>
                <a:cs typeface="Calibri" panose="020F0502020204030204"/>
              </a:rPr>
              <a:t>наших</a:t>
            </a:r>
            <a:r>
              <a:rPr sz="180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клиентов</a:t>
            </a:r>
            <a:r>
              <a:rPr sz="1800" spc="-10" dirty="0">
                <a:latin typeface="Century Gothic" panose="020B0502020202020204"/>
                <a:cs typeface="Century Gothic" panose="020B0502020202020204"/>
              </a:rPr>
              <a:t>.</a:t>
            </a:r>
            <a:endParaRPr sz="1800" dirty="0">
              <a:latin typeface="Century Gothic" panose="020B0502020202020204"/>
              <a:cs typeface="Century Gothic" panose="020B0502020202020204"/>
            </a:endParaRPr>
          </a:p>
          <a:p>
            <a:pPr marL="351155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Объекты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ПАО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"Транснефть".</a:t>
            </a:r>
            <a:endParaRPr sz="1800" b="1" dirty="0">
              <a:latin typeface="Calibri" panose="020F0502020204030204"/>
              <a:cs typeface="Calibri" panose="020F0502020204030204"/>
            </a:endParaRPr>
          </a:p>
          <a:p>
            <a:pPr marL="6540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Производство,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поставка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,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монтажные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и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пуско-наладочные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работы</a:t>
            </a:r>
            <a:r>
              <a:rPr sz="1800" spc="38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вентиляционных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систем</a:t>
            </a:r>
            <a:endParaRPr sz="1800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6018" y="3410491"/>
            <a:ext cx="2038350" cy="1447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5175" y="3410491"/>
            <a:ext cx="2266950" cy="1447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0390" y="3410491"/>
            <a:ext cx="2171699" cy="14478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62137" y="4865357"/>
            <a:ext cx="5664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libri" panose="020F0502020204030204"/>
                <a:cs typeface="Calibri" panose="020F0502020204030204"/>
              </a:rPr>
              <a:t>АДЭС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9236" y="4906264"/>
            <a:ext cx="17932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НПС</a:t>
            </a:r>
            <a:r>
              <a:rPr sz="1800" b="1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entury Gothic" panose="020B0502020202020204"/>
                <a:cs typeface="Century Gothic" panose="020B0502020202020204"/>
              </a:rPr>
              <a:t>«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ВЫНГАПУР</a:t>
            </a:r>
            <a:r>
              <a:rPr sz="1800" b="1" spc="-10" dirty="0">
                <a:latin typeface="Century Gothic" panose="020B0502020202020204"/>
                <a:cs typeface="Century Gothic" panose="020B0502020202020204"/>
              </a:rPr>
              <a:t>»</a:t>
            </a:r>
            <a:endParaRPr sz="1800"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72941" y="4906264"/>
            <a:ext cx="1374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НПС</a:t>
            </a:r>
            <a:r>
              <a:rPr sz="1800" b="1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entury Gothic" panose="020B0502020202020204"/>
                <a:cs typeface="Century Gothic" panose="020B0502020202020204"/>
              </a:rPr>
              <a:t>«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ПУРПЕ</a:t>
            </a:r>
            <a:r>
              <a:rPr sz="1800" b="1" spc="-10" dirty="0">
                <a:latin typeface="Century Gothic" panose="020B0502020202020204"/>
                <a:cs typeface="Century Gothic" panose="020B0502020202020204"/>
              </a:rPr>
              <a:t>»</a:t>
            </a:r>
            <a:endParaRPr sz="1800">
              <a:latin typeface="Century Gothic" panose="020B0502020202020204"/>
              <a:cs typeface="Century Gothic" panose="020B05020202020202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91847" y="3426490"/>
            <a:ext cx="2305050" cy="14287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672321" y="4889246"/>
            <a:ext cx="795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НПС</a:t>
            </a:r>
            <a:r>
              <a:rPr sz="1800" b="1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150" dirty="0">
                <a:latin typeface="Century Gothic" panose="020B0502020202020204"/>
                <a:cs typeface="Century Gothic" panose="020B0502020202020204"/>
              </a:rPr>
              <a:t>20</a:t>
            </a:r>
            <a:endParaRPr sz="1800">
              <a:latin typeface="Century Gothic" panose="020B0502020202020204"/>
              <a:cs typeface="Century Gothic" panose="020B0502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0622" y="990600"/>
            <a:ext cx="6515734" cy="677108"/>
          </a:xfrm>
        </p:spPr>
        <p:txBody>
          <a:bodyPr/>
          <a:lstStyle/>
          <a:p>
            <a:pPr marL="12700">
              <a:spcBef>
                <a:spcPts val="130"/>
              </a:spcBef>
            </a:pPr>
            <a:r>
              <a:rPr lang="ru-RU" sz="4400" dirty="0"/>
              <a:t>Наши проекты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47688" y="2743200"/>
            <a:ext cx="9850754" cy="387798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alibri" panose="020F0502020204030204"/>
                <a:cs typeface="Calibri" panose="020F0502020204030204"/>
              </a:rPr>
              <a:t>«Акционерное общество «Трансмашхолдинг»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>
              <a:latin typeface="Calibri" panose="020F0502020204030204"/>
              <a:cs typeface="Calibri" panose="020F0502020204030204"/>
            </a:endParaRPr>
          </a:p>
          <a:p>
            <a:r>
              <a:rPr lang="ru-RU" dirty="0">
                <a:latin typeface="Calibri" panose="020F0502020204030204"/>
                <a:cs typeface="Calibri" panose="020F0502020204030204"/>
              </a:rPr>
              <a:t>  Изготовление и поставка вентиляционного оборудования по индивидуально разработанным чертежам для окрасочно-сушильных комплексов с системой рекуперации ОАО «Брянский машиностроительный завод», окрасочно-сушильных и дробеструйных комплексов с системой рекуперации ОАО «Метровагонмаш». </a:t>
            </a:r>
          </a:p>
          <a:p>
            <a:endParaRPr lang="ru-RU" dirty="0">
              <a:latin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 АО «Стройтрансгаз»</a:t>
            </a:r>
          </a:p>
          <a:p>
            <a:endParaRPr lang="ru-RU" b="1" dirty="0"/>
          </a:p>
          <a:p>
            <a:r>
              <a:rPr lang="ru-RU" sz="1800" b="0" i="0" u="none" strike="noStrike" baseline="0" dirty="0">
                <a:solidFill>
                  <a:srgbClr val="282828"/>
                </a:solidFill>
                <a:latin typeface="Times New Roman" panose="02020603050405020304" pitchFamily="18" charset="0"/>
              </a:rPr>
              <a:t> </a:t>
            </a:r>
            <a:r>
              <a:rPr lang="ru-RU" dirty="0">
                <a:latin typeface="Calibri" panose="020F0502020204030204"/>
                <a:cs typeface="Calibri" panose="020F0502020204030204"/>
              </a:rPr>
              <a:t>Изготовление и поставка вентиляционного оборудования Стадион  Нижний  Новгород  и  Волгоград  Арена  -  футбольные  стадионы международного класса  в преддверии  Чемпионата Мира по Футболу 2018 года.</a:t>
            </a:r>
          </a:p>
          <a:p>
            <a:endParaRPr lang="ru-RU" b="1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0622" y="1055369"/>
            <a:ext cx="6515734" cy="677108"/>
          </a:xfrm>
        </p:spPr>
        <p:txBody>
          <a:bodyPr/>
          <a:lstStyle/>
          <a:p>
            <a:pPr marL="12700">
              <a:spcBef>
                <a:spcPts val="130"/>
              </a:spcBef>
            </a:pPr>
            <a:r>
              <a:rPr lang="ru-RU" sz="4400" dirty="0"/>
              <a:t>Наши проекты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70622" y="2743200"/>
            <a:ext cx="9850754" cy="360098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АО «</a:t>
            </a:r>
            <a:r>
              <a:rPr lang="ru-RU" b="1" dirty="0" err="1"/>
              <a:t>Мосметрострой</a:t>
            </a:r>
            <a:r>
              <a:rPr lang="ru-RU" b="1" dirty="0"/>
              <a:t>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/>
          </a:p>
          <a:p>
            <a:r>
              <a:rPr lang="ru-RU" dirty="0">
                <a:latin typeface="Calibri" panose="020F0502020204030204"/>
                <a:cs typeface="Calibri" panose="020F0502020204030204"/>
              </a:rPr>
              <a:t>     Изготовление и поставка вентиляционного оборудования ООО «РИК» на станциях строительства «</a:t>
            </a:r>
            <a:r>
              <a:rPr lang="ru-RU" dirty="0" err="1">
                <a:latin typeface="Calibri" panose="020F0502020204030204"/>
                <a:cs typeface="Calibri" panose="020F0502020204030204"/>
              </a:rPr>
              <a:t>Люблинско</a:t>
            </a:r>
            <a:r>
              <a:rPr lang="ru-RU" dirty="0">
                <a:latin typeface="Calibri" panose="020F0502020204030204"/>
                <a:cs typeface="Calibri" panose="020F0502020204030204"/>
              </a:rPr>
              <a:t> - Дмитровская     линия   Московского   Метрополитена    от   ст. «Селигерская»  до     ст. «Физтех», а так же успешно применена на станциях строительства  </a:t>
            </a:r>
          </a:p>
          <a:p>
            <a:r>
              <a:rPr lang="ru-RU" dirty="0">
                <a:latin typeface="Calibri" panose="020F0502020204030204"/>
                <a:cs typeface="Calibri" panose="020F0502020204030204"/>
              </a:rPr>
              <a:t> «Северо-Восточный участок  БКЛ от  ст.  «Савеловская»  до  ст.  «Авиамоторная».</a:t>
            </a:r>
          </a:p>
          <a:p>
            <a:endParaRPr lang="ru-RU" dirty="0">
              <a:latin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alibri" panose="020F0502020204030204"/>
                <a:cs typeface="Calibri" panose="020F0502020204030204"/>
              </a:rPr>
              <a:t>ООО «Туапсинский балкерный терминал»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>
              <a:latin typeface="Calibri" panose="020F0502020204030204"/>
              <a:cs typeface="Calibri" panose="020F0502020204030204"/>
            </a:endParaRPr>
          </a:p>
          <a:p>
            <a:r>
              <a:rPr lang="ru-RU" dirty="0">
                <a:latin typeface="Calibri" panose="020F0502020204030204"/>
                <a:cs typeface="Calibri" panose="020F0502020204030204"/>
              </a:rPr>
              <a:t>     Проектирование, изготовление, поставка, монтаж, пуско-наладочные работы вентиляционного оборудования на станции разгрузки вагонов.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Calibri" panose="020F0502020204030204"/>
              <a:cs typeface="Calibri" panose="020F0502020204030204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70622" y="1055369"/>
            <a:ext cx="6515734" cy="677108"/>
          </a:xfrm>
        </p:spPr>
        <p:txBody>
          <a:bodyPr/>
          <a:lstStyle/>
          <a:p>
            <a:r>
              <a:rPr lang="ru-RU" sz="4400" dirty="0"/>
              <a:t>Наши проекты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70622" y="2698305"/>
            <a:ext cx="9850754" cy="138499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ГК «Зеленый сад»</a:t>
            </a:r>
          </a:p>
          <a:p>
            <a:r>
              <a:rPr lang="ru-RU" b="1" dirty="0"/>
              <a:t>   </a:t>
            </a:r>
            <a:r>
              <a:rPr lang="ru-RU" dirty="0">
                <a:latin typeface="Calibri" panose="020F0502020204030204"/>
                <a:cs typeface="Calibri" panose="020F0502020204030204"/>
              </a:rPr>
              <a:t> Проектирование, изготовление, поставка, монтаж, пуско-наладочные работы вентиляционного оборудования жилых домов и паркинга ЖК «Гранд Комфорт» г. Рязань,</a:t>
            </a:r>
          </a:p>
          <a:p>
            <a:r>
              <a:rPr lang="ru-RU" dirty="0">
                <a:latin typeface="Calibri" panose="020F0502020204030204"/>
                <a:cs typeface="Calibri" panose="020F0502020204030204"/>
              </a:rPr>
              <a:t>     Складские помещения 4500 кв м г Солнечногорск</a:t>
            </a:r>
          </a:p>
          <a:p>
            <a:endParaRPr lang="ru-RU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622" y="1052449"/>
            <a:ext cx="321564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СВЯЖИТЕСЬ</a:t>
            </a:r>
            <a:r>
              <a:rPr spc="155" dirty="0"/>
              <a:t> </a:t>
            </a:r>
            <a:r>
              <a:rPr dirty="0"/>
              <a:t>С</a:t>
            </a:r>
            <a:r>
              <a:rPr spc="140" dirty="0"/>
              <a:t> </a:t>
            </a:r>
            <a:r>
              <a:rPr spc="-20" dirty="0"/>
              <a:t>НАМИ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2725" y="1095375"/>
            <a:ext cx="4953000" cy="4495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0622" y="2701861"/>
            <a:ext cx="3620770" cy="306832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550" dirty="0">
                <a:latin typeface="Calibri" panose="020F0502020204030204"/>
                <a:cs typeface="Calibri" panose="020F0502020204030204"/>
              </a:rPr>
              <a:t>Мы</a:t>
            </a:r>
            <a:r>
              <a:rPr sz="1550" spc="120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всегда</a:t>
            </a:r>
            <a:r>
              <a:rPr sz="1550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рады</a:t>
            </a:r>
            <a:r>
              <a:rPr sz="1550" spc="12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ответить</a:t>
            </a:r>
            <a:r>
              <a:rPr sz="1550" spc="140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на</a:t>
            </a:r>
            <a:r>
              <a:rPr sz="1550" spc="130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spc="-20" dirty="0">
                <a:latin typeface="Calibri" panose="020F0502020204030204"/>
                <a:cs typeface="Calibri" panose="020F0502020204030204"/>
              </a:rPr>
              <a:t>ваши</a:t>
            </a:r>
            <a:endParaRPr sz="155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2560"/>
              </a:lnSpc>
              <a:spcBef>
                <a:spcPts val="120"/>
              </a:spcBef>
            </a:pPr>
            <a:r>
              <a:rPr sz="1550" dirty="0">
                <a:latin typeface="Calibri" panose="020F0502020204030204"/>
                <a:cs typeface="Calibri" panose="020F0502020204030204"/>
              </a:rPr>
              <a:t>вопросы</a:t>
            </a:r>
            <a:r>
              <a:rPr sz="155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и</a:t>
            </a:r>
            <a:r>
              <a:rPr sz="155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предложить</a:t>
            </a:r>
            <a:r>
              <a:rPr sz="1550" spc="140" dirty="0">
                <a:latin typeface="Calibri" panose="020F0502020204030204"/>
                <a:cs typeface="Calibri" panose="020F0502020204030204"/>
              </a:rPr>
              <a:t>  </a:t>
            </a:r>
            <a:r>
              <a:rPr sz="1550" spc="-10" dirty="0">
                <a:latin typeface="Calibri" panose="020F0502020204030204"/>
                <a:cs typeface="Calibri" panose="020F0502020204030204"/>
              </a:rPr>
              <a:t>индивидуальное </a:t>
            </a:r>
            <a:r>
              <a:rPr sz="1550" dirty="0">
                <a:latin typeface="Calibri" panose="020F0502020204030204"/>
                <a:cs typeface="Calibri" panose="020F0502020204030204"/>
              </a:rPr>
              <a:t>решение</a:t>
            </a:r>
            <a:r>
              <a:rPr sz="1550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для</a:t>
            </a:r>
            <a:r>
              <a:rPr sz="1550" spc="120" dirty="0">
                <a:latin typeface="Calibri" panose="020F0502020204030204"/>
                <a:cs typeface="Calibri" panose="020F0502020204030204"/>
              </a:rPr>
              <a:t>  </a:t>
            </a:r>
            <a:r>
              <a:rPr sz="1550" dirty="0">
                <a:latin typeface="Calibri" panose="020F0502020204030204"/>
                <a:cs typeface="Calibri" panose="020F0502020204030204"/>
              </a:rPr>
              <a:t>ваших</a:t>
            </a:r>
            <a:r>
              <a:rPr sz="1550" spc="160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spc="-10" dirty="0">
                <a:latin typeface="Calibri" panose="020F0502020204030204"/>
                <a:cs typeface="Calibri" panose="020F0502020204030204"/>
              </a:rPr>
              <a:t>проектов</a:t>
            </a:r>
            <a:r>
              <a:rPr sz="1550" spc="-10" dirty="0">
                <a:latin typeface="Century Gothic" panose="020B0502020202020204"/>
                <a:cs typeface="Century Gothic" panose="020B0502020202020204"/>
              </a:rPr>
              <a:t>.</a:t>
            </a:r>
            <a:endParaRPr sz="1550">
              <a:latin typeface="Century Gothic" panose="020B0502020202020204"/>
              <a:cs typeface="Century Gothic" panose="020B0502020202020204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550" b="1" spc="-10" dirty="0">
                <a:latin typeface="Calibri" panose="020F0502020204030204"/>
                <a:cs typeface="Calibri" panose="020F0502020204030204"/>
              </a:rPr>
              <a:t>Телефон</a:t>
            </a:r>
            <a:r>
              <a:rPr sz="1550" spc="-10" dirty="0">
                <a:latin typeface="Century Gothic" panose="020B0502020202020204"/>
                <a:cs typeface="Century Gothic" panose="020B0502020202020204"/>
              </a:rPr>
              <a:t>:</a:t>
            </a:r>
            <a:r>
              <a:rPr sz="1550" spc="22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u="sng" dirty="0">
                <a:solidFill>
                  <a:srgbClr val="736DB6"/>
                </a:solidFill>
                <a:uFill>
                  <a:solidFill>
                    <a:srgbClr val="736DB6"/>
                  </a:solidFill>
                </a:uFill>
                <a:latin typeface="Century Gothic" panose="020B0502020202020204"/>
                <a:cs typeface="Century Gothic" panose="020B0502020202020204"/>
              </a:rPr>
              <a:t>+7(495)</a:t>
            </a:r>
            <a:r>
              <a:rPr sz="1550" u="sng" spc="240" dirty="0">
                <a:solidFill>
                  <a:srgbClr val="736DB6"/>
                </a:solidFill>
                <a:uFill>
                  <a:solidFill>
                    <a:srgbClr val="736DB6"/>
                  </a:solidFill>
                </a:uFill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u="sng" dirty="0">
                <a:solidFill>
                  <a:srgbClr val="736DB6"/>
                </a:solidFill>
                <a:uFill>
                  <a:solidFill>
                    <a:srgbClr val="736DB6"/>
                  </a:solidFill>
                </a:uFill>
                <a:latin typeface="Century Gothic" panose="020B0502020202020204"/>
                <a:cs typeface="Century Gothic" panose="020B0502020202020204"/>
              </a:rPr>
              <a:t>104-</a:t>
            </a:r>
            <a:r>
              <a:rPr sz="1550" u="sng" spc="70" dirty="0">
                <a:solidFill>
                  <a:srgbClr val="736DB6"/>
                </a:solidFill>
                <a:uFill>
                  <a:solidFill>
                    <a:srgbClr val="736DB6"/>
                  </a:solidFill>
                </a:uFill>
                <a:latin typeface="Century Gothic" panose="020B0502020202020204"/>
                <a:cs typeface="Century Gothic" panose="020B0502020202020204"/>
              </a:rPr>
              <a:t>37-</a:t>
            </a:r>
            <a:r>
              <a:rPr sz="1550" u="sng" spc="65" dirty="0">
                <a:solidFill>
                  <a:srgbClr val="736DB6"/>
                </a:solidFill>
                <a:uFill>
                  <a:solidFill>
                    <a:srgbClr val="736DB6"/>
                  </a:solidFill>
                </a:uFill>
                <a:latin typeface="Century Gothic" panose="020B0502020202020204"/>
                <a:cs typeface="Century Gothic" panose="020B0502020202020204"/>
              </a:rPr>
              <a:t>79</a:t>
            </a:r>
            <a:endParaRPr sz="1550">
              <a:latin typeface="Century Gothic" panose="020B0502020202020204"/>
              <a:cs typeface="Century Gothic" panose="020B0502020202020204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sz="1550" b="1" spc="85" dirty="0">
                <a:latin typeface="Century Gothic" panose="020B0502020202020204"/>
                <a:cs typeface="Century Gothic" panose="020B0502020202020204"/>
              </a:rPr>
              <a:t>E-</a:t>
            </a:r>
            <a:r>
              <a:rPr sz="1550" b="1" spc="-10" dirty="0">
                <a:latin typeface="Century Gothic" panose="020B0502020202020204"/>
                <a:cs typeface="Century Gothic" panose="020B0502020202020204"/>
              </a:rPr>
              <a:t>mail</a:t>
            </a:r>
            <a:r>
              <a:rPr sz="1550" spc="-10" dirty="0">
                <a:latin typeface="Century Gothic" panose="020B0502020202020204"/>
                <a:cs typeface="Century Gothic" panose="020B0502020202020204"/>
              </a:rPr>
              <a:t>:</a:t>
            </a:r>
            <a:r>
              <a:rPr sz="1550" spc="-15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u="sng" spc="50" dirty="0">
                <a:solidFill>
                  <a:srgbClr val="736DB6"/>
                </a:solidFill>
                <a:uFill>
                  <a:solidFill>
                    <a:srgbClr val="736DB6"/>
                  </a:solidFill>
                </a:uFill>
                <a:latin typeface="Century Gothic" panose="020B0502020202020204"/>
                <a:cs typeface="Century Gothic" panose="020B0502020202020204"/>
                <a:hlinkClick r:id="rId3"/>
              </a:rPr>
              <a:t>zakaz@rik-</a:t>
            </a:r>
            <a:r>
              <a:rPr sz="1550" u="sng" spc="-10" dirty="0">
                <a:solidFill>
                  <a:srgbClr val="736DB6"/>
                </a:solidFill>
                <a:uFill>
                  <a:solidFill>
                    <a:srgbClr val="736DB6"/>
                  </a:solidFill>
                </a:uFill>
                <a:latin typeface="Century Gothic" panose="020B0502020202020204"/>
                <a:cs typeface="Century Gothic" panose="020B0502020202020204"/>
                <a:hlinkClick r:id="rId3"/>
              </a:rPr>
              <a:t>vent.ru</a:t>
            </a:r>
            <a:endParaRPr sz="1550">
              <a:latin typeface="Century Gothic" panose="020B0502020202020204"/>
              <a:cs typeface="Century Gothic" panose="020B0502020202020204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1550" b="1" spc="-10" dirty="0">
                <a:latin typeface="Calibri" panose="020F0502020204030204"/>
                <a:cs typeface="Calibri" panose="020F0502020204030204"/>
              </a:rPr>
              <a:t>Веб</a:t>
            </a:r>
            <a:r>
              <a:rPr sz="1550" b="1" spc="-10" dirty="0">
                <a:latin typeface="Century Gothic" panose="020B0502020202020204"/>
                <a:cs typeface="Century Gothic" panose="020B0502020202020204"/>
              </a:rPr>
              <a:t>-</a:t>
            </a:r>
            <a:r>
              <a:rPr sz="1550" b="1" dirty="0">
                <a:latin typeface="Calibri" panose="020F0502020204030204"/>
                <a:cs typeface="Calibri" panose="020F0502020204030204"/>
              </a:rPr>
              <a:t>сайт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:</a:t>
            </a:r>
            <a:r>
              <a:rPr sz="1550" spc="9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u="sng" dirty="0">
                <a:solidFill>
                  <a:srgbClr val="736DB6"/>
                </a:solidFill>
                <a:uFill>
                  <a:solidFill>
                    <a:srgbClr val="736DB6"/>
                  </a:solidFill>
                </a:uFill>
                <a:latin typeface="Century Gothic" panose="020B0502020202020204"/>
                <a:cs typeface="Century Gothic" panose="020B0502020202020204"/>
                <a:hlinkClick r:id="rId4"/>
              </a:rPr>
              <a:t>www.rik-</a:t>
            </a:r>
            <a:r>
              <a:rPr sz="1550" u="sng" spc="-10" dirty="0">
                <a:solidFill>
                  <a:srgbClr val="736DB6"/>
                </a:solidFill>
                <a:uFill>
                  <a:solidFill>
                    <a:srgbClr val="736DB6"/>
                  </a:solidFill>
                </a:uFill>
                <a:latin typeface="Century Gothic" panose="020B0502020202020204"/>
                <a:cs typeface="Century Gothic" panose="020B0502020202020204"/>
                <a:hlinkClick r:id="rId4"/>
              </a:rPr>
              <a:t>vent.ru</a:t>
            </a:r>
            <a:endParaRPr sz="1550">
              <a:latin typeface="Century Gothic" panose="020B0502020202020204"/>
              <a:cs typeface="Century Gothic" panose="020B0502020202020204"/>
            </a:endParaRPr>
          </a:p>
          <a:p>
            <a:pPr marL="12700" marR="205740">
              <a:lnSpc>
                <a:spcPct val="133000"/>
              </a:lnSpc>
              <a:spcBef>
                <a:spcPts val="1055"/>
              </a:spcBef>
            </a:pPr>
            <a:r>
              <a:rPr sz="1550" dirty="0">
                <a:latin typeface="Calibri" panose="020F0502020204030204"/>
                <a:cs typeface="Calibri" panose="020F0502020204030204"/>
              </a:rPr>
              <a:t>г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.</a:t>
            </a:r>
            <a:r>
              <a:rPr sz="1550" spc="-15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Москва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,</a:t>
            </a:r>
            <a:r>
              <a:rPr sz="1550" spc="-1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ул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.</a:t>
            </a:r>
            <a:r>
              <a:rPr sz="1550" spc="-1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Нежинская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,</a:t>
            </a:r>
            <a:r>
              <a:rPr sz="1550" spc="40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д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.</a:t>
            </a:r>
            <a:r>
              <a:rPr sz="1550" spc="-3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8,</a:t>
            </a:r>
            <a:r>
              <a:rPr sz="1550" spc="-4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кор</a:t>
            </a:r>
            <a:r>
              <a:rPr sz="155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spc="-25" dirty="0">
                <a:latin typeface="Calibri" panose="020F0502020204030204"/>
                <a:cs typeface="Calibri" panose="020F0502020204030204"/>
              </a:rPr>
              <a:t>К</a:t>
            </a:r>
            <a:r>
              <a:rPr sz="1550" spc="-25" dirty="0">
                <a:latin typeface="Century Gothic" panose="020B0502020202020204"/>
                <a:cs typeface="Century Gothic" panose="020B0502020202020204"/>
              </a:rPr>
              <a:t>2, </a:t>
            </a:r>
            <a:r>
              <a:rPr sz="1550" dirty="0">
                <a:latin typeface="Calibri" panose="020F0502020204030204"/>
                <a:cs typeface="Calibri" panose="020F0502020204030204"/>
              </a:rPr>
              <a:t>офис</a:t>
            </a:r>
            <a:r>
              <a:rPr sz="155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spc="40" dirty="0">
                <a:latin typeface="Century Gothic" panose="020B0502020202020204"/>
                <a:cs typeface="Century Gothic" panose="020B0502020202020204"/>
              </a:rPr>
              <a:t>6</a:t>
            </a:r>
            <a:r>
              <a:rPr sz="1550" spc="40" dirty="0">
                <a:latin typeface="Calibri" panose="020F0502020204030204"/>
                <a:cs typeface="Calibri" panose="020F0502020204030204"/>
              </a:rPr>
              <a:t>А</a:t>
            </a:r>
            <a:endParaRPr sz="155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0622" y="985519"/>
            <a:ext cx="444373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-10" dirty="0"/>
              <a:t>Гарантия</a:t>
            </a:r>
            <a:r>
              <a:rPr sz="4400" spc="-245" dirty="0"/>
              <a:t> </a:t>
            </a:r>
            <a:r>
              <a:rPr sz="4400" spc="-10" dirty="0"/>
              <a:t>качества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299200" y="1932305"/>
            <a:ext cx="4992370" cy="292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8675">
              <a:lnSpc>
                <a:spcPct val="130000"/>
              </a:lnSpc>
              <a:spcBef>
                <a:spcPts val="100"/>
              </a:spcBef>
            </a:pP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Гарантия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на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оборудование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—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до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3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лет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более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в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зависимости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от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типа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продукции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.</a:t>
            </a:r>
          </a:p>
          <a:p>
            <a:pPr marL="12700" marR="828675">
              <a:lnSpc>
                <a:spcPct val="130000"/>
              </a:lnSpc>
              <a:spcBef>
                <a:spcPts val="100"/>
              </a:spcBef>
            </a:pP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Все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работы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выполняются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в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соответствии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с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действующими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нормативами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.</a:t>
            </a:r>
          </a:p>
          <a:p>
            <a:pPr marL="12700" marR="828675">
              <a:lnSpc>
                <a:spcPct val="130000"/>
              </a:lnSpc>
              <a:spcBef>
                <a:spcPts val="100"/>
              </a:spcBef>
            </a:pPr>
            <a:endParaRPr lang="en-US" altLang="ru-RU" sz="1800" dirty="0">
              <a:latin typeface="Calibri" panose="020F0502020204030204" charset="0"/>
              <a:cs typeface="Calibri" panose="020F0502020204030204" charset="0"/>
            </a:endParaRPr>
          </a:p>
          <a:p>
            <a:pPr marL="12700" marR="828675">
              <a:lnSpc>
                <a:spcPct val="130000"/>
              </a:lnSpc>
              <a:spcBef>
                <a:spcPts val="100"/>
              </a:spcBef>
            </a:pP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Готовы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оперативно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подготовить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техническое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и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коммерческое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предложение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под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конкретный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en-US" sz="1800" dirty="0">
                <a:latin typeface="Calibri" panose="020F0502020204030204" charset="0"/>
                <a:cs typeface="Calibri" panose="020F0502020204030204" charset="0"/>
              </a:rPr>
              <a:t>объект</a:t>
            </a:r>
            <a:r>
              <a:rPr lang="en-US" altLang="ru-RU" sz="1800" dirty="0">
                <a:latin typeface="Calibri" panose="020F0502020204030204" charset="0"/>
                <a:cs typeface="Calibri" panose="020F0502020204030204" charset="0"/>
              </a:rPr>
              <a:t>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375" y="1924050"/>
            <a:ext cx="4752975" cy="41268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7764" y="991488"/>
            <a:ext cx="867346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dirty="0"/>
              <a:t>НАШИ</a:t>
            </a:r>
            <a:r>
              <a:rPr sz="4400" spc="-40" dirty="0"/>
              <a:t> </a:t>
            </a:r>
            <a:r>
              <a:rPr sz="4400" spc="-30" dirty="0"/>
              <a:t>СЕРТИФИКАТЫ</a:t>
            </a:r>
            <a:r>
              <a:rPr sz="4400" spc="-50" dirty="0"/>
              <a:t> </a:t>
            </a:r>
            <a:r>
              <a:rPr sz="4400" dirty="0"/>
              <a:t>И</a:t>
            </a:r>
            <a:r>
              <a:rPr sz="4400" spc="-45" dirty="0"/>
              <a:t> </a:t>
            </a:r>
            <a:r>
              <a:rPr sz="4400" spc="-10" dirty="0"/>
              <a:t>ЛИЦЕНЗИИ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019175" y="2343150"/>
            <a:ext cx="2409825" cy="3419475"/>
            <a:chOff x="1019175" y="2343150"/>
            <a:chExt cx="2409825" cy="34194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175" y="2343150"/>
              <a:ext cx="2409825" cy="34194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14970" y="2912618"/>
              <a:ext cx="2021839" cy="2133600"/>
            </a:xfrm>
            <a:custGeom>
              <a:avLst/>
              <a:gdLst/>
              <a:ahLst/>
              <a:cxnLst/>
              <a:rect l="l" t="t" r="r" b="b"/>
              <a:pathLst>
                <a:path w="2021839" h="2133600">
                  <a:moveTo>
                    <a:pt x="262039" y="1714499"/>
                  </a:moveTo>
                  <a:lnTo>
                    <a:pt x="117005" y="1714499"/>
                  </a:lnTo>
                  <a:lnTo>
                    <a:pt x="100164" y="1727199"/>
                  </a:lnTo>
                  <a:lnTo>
                    <a:pt x="83723" y="1739899"/>
                  </a:lnTo>
                  <a:lnTo>
                    <a:pt x="67650" y="1752599"/>
                  </a:lnTo>
                  <a:lnTo>
                    <a:pt x="51917" y="1765299"/>
                  </a:lnTo>
                  <a:lnTo>
                    <a:pt x="37099" y="1790699"/>
                  </a:lnTo>
                  <a:lnTo>
                    <a:pt x="24800" y="1803399"/>
                  </a:lnTo>
                  <a:lnTo>
                    <a:pt x="15020" y="1828799"/>
                  </a:lnTo>
                  <a:lnTo>
                    <a:pt x="7759" y="1854199"/>
                  </a:lnTo>
                  <a:lnTo>
                    <a:pt x="2892" y="1866899"/>
                  </a:lnTo>
                  <a:lnTo>
                    <a:pt x="306" y="1892299"/>
                  </a:lnTo>
                  <a:lnTo>
                    <a:pt x="0" y="1904999"/>
                  </a:lnTo>
                  <a:lnTo>
                    <a:pt x="1968" y="1930399"/>
                  </a:lnTo>
                  <a:lnTo>
                    <a:pt x="6181" y="1943099"/>
                  </a:lnTo>
                  <a:lnTo>
                    <a:pt x="12592" y="1955799"/>
                  </a:lnTo>
                  <a:lnTo>
                    <a:pt x="21203" y="1981199"/>
                  </a:lnTo>
                  <a:lnTo>
                    <a:pt x="32016" y="1993899"/>
                  </a:lnTo>
                  <a:lnTo>
                    <a:pt x="44877" y="2019299"/>
                  </a:lnTo>
                  <a:lnTo>
                    <a:pt x="59636" y="2031999"/>
                  </a:lnTo>
                  <a:lnTo>
                    <a:pt x="76276" y="2057399"/>
                  </a:lnTo>
                  <a:lnTo>
                    <a:pt x="94780" y="2070099"/>
                  </a:lnTo>
                  <a:lnTo>
                    <a:pt x="115042" y="2082799"/>
                  </a:lnTo>
                  <a:lnTo>
                    <a:pt x="154805" y="2108199"/>
                  </a:lnTo>
                  <a:lnTo>
                    <a:pt x="193528" y="2133599"/>
                  </a:lnTo>
                  <a:lnTo>
                    <a:pt x="302560" y="2133599"/>
                  </a:lnTo>
                  <a:lnTo>
                    <a:pt x="319824" y="2120899"/>
                  </a:lnTo>
                  <a:lnTo>
                    <a:pt x="336731" y="2108199"/>
                  </a:lnTo>
                  <a:lnTo>
                    <a:pt x="353352" y="2095499"/>
                  </a:lnTo>
                  <a:lnTo>
                    <a:pt x="369687" y="2082799"/>
                  </a:lnTo>
                  <a:lnTo>
                    <a:pt x="231214" y="2082799"/>
                  </a:lnTo>
                  <a:lnTo>
                    <a:pt x="217240" y="2070099"/>
                  </a:lnTo>
                  <a:lnTo>
                    <a:pt x="203123" y="2070099"/>
                  </a:lnTo>
                  <a:lnTo>
                    <a:pt x="188887" y="2057399"/>
                  </a:lnTo>
                  <a:lnTo>
                    <a:pt x="174575" y="2057399"/>
                  </a:lnTo>
                  <a:lnTo>
                    <a:pt x="131356" y="2019299"/>
                  </a:lnTo>
                  <a:lnTo>
                    <a:pt x="95780" y="1981199"/>
                  </a:lnTo>
                  <a:lnTo>
                    <a:pt x="69269" y="1943099"/>
                  </a:lnTo>
                  <a:lnTo>
                    <a:pt x="55803" y="1904999"/>
                  </a:lnTo>
                  <a:lnTo>
                    <a:pt x="54553" y="1892299"/>
                  </a:lnTo>
                  <a:lnTo>
                    <a:pt x="54968" y="1879599"/>
                  </a:lnTo>
                  <a:lnTo>
                    <a:pt x="57061" y="1866899"/>
                  </a:lnTo>
                  <a:lnTo>
                    <a:pt x="61083" y="1854199"/>
                  </a:lnTo>
                  <a:lnTo>
                    <a:pt x="67427" y="1828799"/>
                  </a:lnTo>
                  <a:lnTo>
                    <a:pt x="76081" y="1816099"/>
                  </a:lnTo>
                  <a:lnTo>
                    <a:pt x="87033" y="1803399"/>
                  </a:lnTo>
                  <a:lnTo>
                    <a:pt x="99346" y="1790699"/>
                  </a:lnTo>
                  <a:lnTo>
                    <a:pt x="111909" y="1777999"/>
                  </a:lnTo>
                  <a:lnTo>
                    <a:pt x="124734" y="1777999"/>
                  </a:lnTo>
                  <a:lnTo>
                    <a:pt x="137833" y="1765299"/>
                  </a:lnTo>
                  <a:lnTo>
                    <a:pt x="164535" y="1765299"/>
                  </a:lnTo>
                  <a:lnTo>
                    <a:pt x="178088" y="1752599"/>
                  </a:lnTo>
                  <a:lnTo>
                    <a:pt x="320618" y="1752599"/>
                  </a:lnTo>
                  <a:lnTo>
                    <a:pt x="262039" y="1714499"/>
                  </a:lnTo>
                  <a:close/>
                </a:path>
                <a:path w="2021839" h="2133600">
                  <a:moveTo>
                    <a:pt x="320618" y="1752599"/>
                  </a:moveTo>
                  <a:lnTo>
                    <a:pt x="178088" y="1752599"/>
                  </a:lnTo>
                  <a:lnTo>
                    <a:pt x="191808" y="1765299"/>
                  </a:lnTo>
                  <a:lnTo>
                    <a:pt x="233617" y="1765299"/>
                  </a:lnTo>
                  <a:lnTo>
                    <a:pt x="261856" y="1790699"/>
                  </a:lnTo>
                  <a:lnTo>
                    <a:pt x="275977" y="1790699"/>
                  </a:lnTo>
                  <a:lnTo>
                    <a:pt x="304076" y="1816099"/>
                  </a:lnTo>
                  <a:lnTo>
                    <a:pt x="340170" y="1854199"/>
                  </a:lnTo>
                  <a:lnTo>
                    <a:pt x="367179" y="1892299"/>
                  </a:lnTo>
                  <a:lnTo>
                    <a:pt x="381238" y="1930399"/>
                  </a:lnTo>
                  <a:lnTo>
                    <a:pt x="382609" y="1943099"/>
                  </a:lnTo>
                  <a:lnTo>
                    <a:pt x="382242" y="1955799"/>
                  </a:lnTo>
                  <a:lnTo>
                    <a:pt x="375956" y="1993899"/>
                  </a:lnTo>
                  <a:lnTo>
                    <a:pt x="349542" y="2031999"/>
                  </a:lnTo>
                  <a:lnTo>
                    <a:pt x="311662" y="2070099"/>
                  </a:lnTo>
                  <a:lnTo>
                    <a:pt x="298615" y="2070099"/>
                  </a:lnTo>
                  <a:lnTo>
                    <a:pt x="285472" y="2082799"/>
                  </a:lnTo>
                  <a:lnTo>
                    <a:pt x="369687" y="2082799"/>
                  </a:lnTo>
                  <a:lnTo>
                    <a:pt x="385737" y="2070099"/>
                  </a:lnTo>
                  <a:lnTo>
                    <a:pt x="400554" y="2044699"/>
                  </a:lnTo>
                  <a:lnTo>
                    <a:pt x="412835" y="2031999"/>
                  </a:lnTo>
                  <a:lnTo>
                    <a:pt x="422616" y="2006599"/>
                  </a:lnTo>
                  <a:lnTo>
                    <a:pt x="429933" y="1993899"/>
                  </a:lnTo>
                  <a:lnTo>
                    <a:pt x="434767" y="1968499"/>
                  </a:lnTo>
                  <a:lnTo>
                    <a:pt x="437267" y="1955799"/>
                  </a:lnTo>
                  <a:lnTo>
                    <a:pt x="437434" y="1930399"/>
                  </a:lnTo>
                  <a:lnTo>
                    <a:pt x="430913" y="1892299"/>
                  </a:lnTo>
                  <a:lnTo>
                    <a:pt x="424345" y="1879599"/>
                  </a:lnTo>
                  <a:lnTo>
                    <a:pt x="415586" y="1854199"/>
                  </a:lnTo>
                  <a:lnTo>
                    <a:pt x="404660" y="1841499"/>
                  </a:lnTo>
                  <a:lnTo>
                    <a:pt x="391585" y="1816099"/>
                  </a:lnTo>
                  <a:lnTo>
                    <a:pt x="376545" y="1803399"/>
                  </a:lnTo>
                  <a:lnTo>
                    <a:pt x="359529" y="1790699"/>
                  </a:lnTo>
                  <a:lnTo>
                    <a:pt x="340525" y="1765299"/>
                  </a:lnTo>
                  <a:lnTo>
                    <a:pt x="320618" y="1752599"/>
                  </a:lnTo>
                  <a:close/>
                </a:path>
                <a:path w="2021839" h="2133600">
                  <a:moveTo>
                    <a:pt x="423329" y="1371599"/>
                  </a:moveTo>
                  <a:lnTo>
                    <a:pt x="400215" y="1371599"/>
                  </a:lnTo>
                  <a:lnTo>
                    <a:pt x="254546" y="1549399"/>
                  </a:lnTo>
                  <a:lnTo>
                    <a:pt x="249339" y="1549399"/>
                  </a:lnTo>
                  <a:lnTo>
                    <a:pt x="248831" y="1562099"/>
                  </a:lnTo>
                  <a:lnTo>
                    <a:pt x="252006" y="1574799"/>
                  </a:lnTo>
                  <a:lnTo>
                    <a:pt x="258610" y="1574799"/>
                  </a:lnTo>
                  <a:lnTo>
                    <a:pt x="552488" y="1828799"/>
                  </a:lnTo>
                  <a:lnTo>
                    <a:pt x="584492" y="1828799"/>
                  </a:lnTo>
                  <a:lnTo>
                    <a:pt x="632933" y="1765299"/>
                  </a:lnTo>
                  <a:lnTo>
                    <a:pt x="572046" y="1765299"/>
                  </a:lnTo>
                  <a:lnTo>
                    <a:pt x="453301" y="1663699"/>
                  </a:lnTo>
                  <a:lnTo>
                    <a:pt x="476732" y="1638299"/>
                  </a:lnTo>
                  <a:lnTo>
                    <a:pt x="418122" y="1638299"/>
                  </a:lnTo>
                  <a:lnTo>
                    <a:pt x="314871" y="1549399"/>
                  </a:lnTo>
                  <a:lnTo>
                    <a:pt x="437426" y="1409699"/>
                  </a:lnTo>
                  <a:lnTo>
                    <a:pt x="438696" y="1396999"/>
                  </a:lnTo>
                  <a:lnTo>
                    <a:pt x="437934" y="1396999"/>
                  </a:lnTo>
                  <a:lnTo>
                    <a:pt x="436537" y="1384299"/>
                  </a:lnTo>
                  <a:lnTo>
                    <a:pt x="426758" y="1384299"/>
                  </a:lnTo>
                  <a:lnTo>
                    <a:pt x="423329" y="1371599"/>
                  </a:lnTo>
                  <a:close/>
                </a:path>
                <a:path w="2021839" h="2133600">
                  <a:moveTo>
                    <a:pt x="682574" y="1562099"/>
                  </a:moveTo>
                  <a:lnTo>
                    <a:pt x="578634" y="1562099"/>
                  </a:lnTo>
                  <a:lnTo>
                    <a:pt x="586026" y="1574799"/>
                  </a:lnTo>
                  <a:lnTo>
                    <a:pt x="607955" y="1574799"/>
                  </a:lnTo>
                  <a:lnTo>
                    <a:pt x="615027" y="1587499"/>
                  </a:lnTo>
                  <a:lnTo>
                    <a:pt x="621957" y="1587499"/>
                  </a:lnTo>
                  <a:lnTo>
                    <a:pt x="628410" y="1600199"/>
                  </a:lnTo>
                  <a:lnTo>
                    <a:pt x="634054" y="1600199"/>
                  </a:lnTo>
                  <a:lnTo>
                    <a:pt x="638887" y="1612899"/>
                  </a:lnTo>
                  <a:lnTo>
                    <a:pt x="642912" y="1612899"/>
                  </a:lnTo>
                  <a:lnTo>
                    <a:pt x="646053" y="1625599"/>
                  </a:lnTo>
                  <a:lnTo>
                    <a:pt x="648420" y="1625599"/>
                  </a:lnTo>
                  <a:lnTo>
                    <a:pt x="650002" y="1638299"/>
                  </a:lnTo>
                  <a:lnTo>
                    <a:pt x="650786" y="1638299"/>
                  </a:lnTo>
                  <a:lnTo>
                    <a:pt x="650615" y="1650999"/>
                  </a:lnTo>
                  <a:lnTo>
                    <a:pt x="649516" y="1663699"/>
                  </a:lnTo>
                  <a:lnTo>
                    <a:pt x="647464" y="1663699"/>
                  </a:lnTo>
                  <a:lnTo>
                    <a:pt x="644436" y="1676399"/>
                  </a:lnTo>
                  <a:lnTo>
                    <a:pt x="640269" y="1676399"/>
                  </a:lnTo>
                  <a:lnTo>
                    <a:pt x="634816" y="1689099"/>
                  </a:lnTo>
                  <a:lnTo>
                    <a:pt x="628077" y="1701799"/>
                  </a:lnTo>
                  <a:lnTo>
                    <a:pt x="620052" y="1714499"/>
                  </a:lnTo>
                  <a:lnTo>
                    <a:pt x="572046" y="1765299"/>
                  </a:lnTo>
                  <a:lnTo>
                    <a:pt x="632933" y="1765299"/>
                  </a:lnTo>
                  <a:lnTo>
                    <a:pt x="652310" y="1739899"/>
                  </a:lnTo>
                  <a:lnTo>
                    <a:pt x="667218" y="1727199"/>
                  </a:lnTo>
                  <a:lnTo>
                    <a:pt x="679377" y="1714499"/>
                  </a:lnTo>
                  <a:lnTo>
                    <a:pt x="688797" y="1689099"/>
                  </a:lnTo>
                  <a:lnTo>
                    <a:pt x="695490" y="1676399"/>
                  </a:lnTo>
                  <a:lnTo>
                    <a:pt x="700016" y="1663699"/>
                  </a:lnTo>
                  <a:lnTo>
                    <a:pt x="702935" y="1650999"/>
                  </a:lnTo>
                  <a:lnTo>
                    <a:pt x="704259" y="1638299"/>
                  </a:lnTo>
                  <a:lnTo>
                    <a:pt x="703999" y="1625599"/>
                  </a:lnTo>
                  <a:lnTo>
                    <a:pt x="702286" y="1612899"/>
                  </a:lnTo>
                  <a:lnTo>
                    <a:pt x="699252" y="1600199"/>
                  </a:lnTo>
                  <a:lnTo>
                    <a:pt x="694908" y="1587499"/>
                  </a:lnTo>
                  <a:lnTo>
                    <a:pt x="689267" y="1574799"/>
                  </a:lnTo>
                  <a:lnTo>
                    <a:pt x="682574" y="1562099"/>
                  </a:lnTo>
                  <a:close/>
                </a:path>
                <a:path w="2021839" h="2133600">
                  <a:moveTo>
                    <a:pt x="224113" y="1701799"/>
                  </a:moveTo>
                  <a:lnTo>
                    <a:pt x="151549" y="1701799"/>
                  </a:lnTo>
                  <a:lnTo>
                    <a:pt x="134122" y="1714499"/>
                  </a:lnTo>
                  <a:lnTo>
                    <a:pt x="242939" y="1714499"/>
                  </a:lnTo>
                  <a:lnTo>
                    <a:pt x="224113" y="1701799"/>
                  </a:lnTo>
                  <a:close/>
                </a:path>
                <a:path w="2021839" h="2133600">
                  <a:moveTo>
                    <a:pt x="636117" y="1523999"/>
                  </a:moveTo>
                  <a:lnTo>
                    <a:pt x="519595" y="1523999"/>
                  </a:lnTo>
                  <a:lnTo>
                    <a:pt x="507687" y="1536699"/>
                  </a:lnTo>
                  <a:lnTo>
                    <a:pt x="495385" y="1549399"/>
                  </a:lnTo>
                  <a:lnTo>
                    <a:pt x="482679" y="1562099"/>
                  </a:lnTo>
                  <a:lnTo>
                    <a:pt x="469557" y="1574799"/>
                  </a:lnTo>
                  <a:lnTo>
                    <a:pt x="418122" y="1638299"/>
                  </a:lnTo>
                  <a:lnTo>
                    <a:pt x="476732" y="1638299"/>
                  </a:lnTo>
                  <a:lnTo>
                    <a:pt x="500164" y="1612899"/>
                  </a:lnTo>
                  <a:lnTo>
                    <a:pt x="509117" y="1600199"/>
                  </a:lnTo>
                  <a:lnTo>
                    <a:pt x="517690" y="1587499"/>
                  </a:lnTo>
                  <a:lnTo>
                    <a:pt x="525881" y="1587499"/>
                  </a:lnTo>
                  <a:lnTo>
                    <a:pt x="533692" y="1574799"/>
                  </a:lnTo>
                  <a:lnTo>
                    <a:pt x="563791" y="1574799"/>
                  </a:lnTo>
                  <a:lnTo>
                    <a:pt x="571218" y="1562099"/>
                  </a:lnTo>
                  <a:lnTo>
                    <a:pt x="675059" y="1562099"/>
                  </a:lnTo>
                  <a:lnTo>
                    <a:pt x="666710" y="1549399"/>
                  </a:lnTo>
                  <a:lnTo>
                    <a:pt x="657517" y="1536699"/>
                  </a:lnTo>
                  <a:lnTo>
                    <a:pt x="646972" y="1536699"/>
                  </a:lnTo>
                  <a:lnTo>
                    <a:pt x="636117" y="1523999"/>
                  </a:lnTo>
                  <a:close/>
                </a:path>
                <a:path w="2021839" h="2133600">
                  <a:moveTo>
                    <a:pt x="625120" y="1193799"/>
                  </a:moveTo>
                  <a:lnTo>
                    <a:pt x="550329" y="1193799"/>
                  </a:lnTo>
                  <a:lnTo>
                    <a:pt x="490131" y="1269999"/>
                  </a:lnTo>
                  <a:lnTo>
                    <a:pt x="486448" y="1269999"/>
                  </a:lnTo>
                  <a:lnTo>
                    <a:pt x="484416" y="1282699"/>
                  </a:lnTo>
                  <a:lnTo>
                    <a:pt x="484162" y="1282699"/>
                  </a:lnTo>
                  <a:lnTo>
                    <a:pt x="487464" y="1295399"/>
                  </a:lnTo>
                  <a:lnTo>
                    <a:pt x="494322" y="1295399"/>
                  </a:lnTo>
                  <a:lnTo>
                    <a:pt x="798487" y="1562099"/>
                  </a:lnTo>
                  <a:lnTo>
                    <a:pt x="812965" y="1562099"/>
                  </a:lnTo>
                  <a:lnTo>
                    <a:pt x="818553" y="1549399"/>
                  </a:lnTo>
                  <a:lnTo>
                    <a:pt x="825411" y="1549399"/>
                  </a:lnTo>
                  <a:lnTo>
                    <a:pt x="828967" y="1536699"/>
                  </a:lnTo>
                  <a:lnTo>
                    <a:pt x="835698" y="1536699"/>
                  </a:lnTo>
                  <a:lnTo>
                    <a:pt x="837095" y="1523999"/>
                  </a:lnTo>
                  <a:lnTo>
                    <a:pt x="838111" y="1523999"/>
                  </a:lnTo>
                  <a:lnTo>
                    <a:pt x="837222" y="1511299"/>
                  </a:lnTo>
                  <a:lnTo>
                    <a:pt x="835952" y="1511299"/>
                  </a:lnTo>
                  <a:lnTo>
                    <a:pt x="717207" y="1409699"/>
                  </a:lnTo>
                  <a:lnTo>
                    <a:pt x="738458" y="1384299"/>
                  </a:lnTo>
                  <a:lnTo>
                    <a:pt x="681266" y="1384299"/>
                  </a:lnTo>
                  <a:lnTo>
                    <a:pt x="548932" y="1269999"/>
                  </a:lnTo>
                  <a:lnTo>
                    <a:pt x="583476" y="1231899"/>
                  </a:lnTo>
                  <a:lnTo>
                    <a:pt x="588401" y="1231899"/>
                  </a:lnTo>
                  <a:lnTo>
                    <a:pt x="593636" y="1219199"/>
                  </a:lnTo>
                  <a:lnTo>
                    <a:pt x="599156" y="1219199"/>
                  </a:lnTo>
                  <a:lnTo>
                    <a:pt x="604939" y="1206499"/>
                  </a:lnTo>
                  <a:lnTo>
                    <a:pt x="617861" y="1206499"/>
                  </a:lnTo>
                  <a:lnTo>
                    <a:pt x="625120" y="1193799"/>
                  </a:lnTo>
                  <a:close/>
                </a:path>
                <a:path w="2021839" h="2133600">
                  <a:moveTo>
                    <a:pt x="613575" y="1511299"/>
                  </a:moveTo>
                  <a:lnTo>
                    <a:pt x="555028" y="1511299"/>
                  </a:lnTo>
                  <a:lnTo>
                    <a:pt x="543217" y="1523999"/>
                  </a:lnTo>
                  <a:lnTo>
                    <a:pt x="624977" y="1523999"/>
                  </a:lnTo>
                  <a:lnTo>
                    <a:pt x="613575" y="1511299"/>
                  </a:lnTo>
                  <a:close/>
                </a:path>
                <a:path w="2021839" h="2133600">
                  <a:moveTo>
                    <a:pt x="766451" y="1181099"/>
                  </a:moveTo>
                  <a:lnTo>
                    <a:pt x="559489" y="1181099"/>
                  </a:lnTo>
                  <a:lnTo>
                    <a:pt x="554903" y="1193799"/>
                  </a:lnTo>
                  <a:lnTo>
                    <a:pt x="688854" y="1193799"/>
                  </a:lnTo>
                  <a:lnTo>
                    <a:pt x="708952" y="1219199"/>
                  </a:lnTo>
                  <a:lnTo>
                    <a:pt x="715980" y="1219199"/>
                  </a:lnTo>
                  <a:lnTo>
                    <a:pt x="722223" y="1231899"/>
                  </a:lnTo>
                  <a:lnTo>
                    <a:pt x="727704" y="1231899"/>
                  </a:lnTo>
                  <a:lnTo>
                    <a:pt x="732447" y="1244599"/>
                  </a:lnTo>
                  <a:lnTo>
                    <a:pt x="736356" y="1244599"/>
                  </a:lnTo>
                  <a:lnTo>
                    <a:pt x="739337" y="1257299"/>
                  </a:lnTo>
                  <a:lnTo>
                    <a:pt x="741412" y="1269999"/>
                  </a:lnTo>
                  <a:lnTo>
                    <a:pt x="742607" y="1269999"/>
                  </a:lnTo>
                  <a:lnTo>
                    <a:pt x="742819" y="1282699"/>
                  </a:lnTo>
                  <a:lnTo>
                    <a:pt x="742115" y="1295399"/>
                  </a:lnTo>
                  <a:lnTo>
                    <a:pt x="740482" y="1295399"/>
                  </a:lnTo>
                  <a:lnTo>
                    <a:pt x="737908" y="1308099"/>
                  </a:lnTo>
                  <a:lnTo>
                    <a:pt x="734191" y="1320799"/>
                  </a:lnTo>
                  <a:lnTo>
                    <a:pt x="729129" y="1320799"/>
                  </a:lnTo>
                  <a:lnTo>
                    <a:pt x="722709" y="1333499"/>
                  </a:lnTo>
                  <a:lnTo>
                    <a:pt x="714921" y="1346199"/>
                  </a:lnTo>
                  <a:lnTo>
                    <a:pt x="681266" y="1384299"/>
                  </a:lnTo>
                  <a:lnTo>
                    <a:pt x="738458" y="1384299"/>
                  </a:lnTo>
                  <a:lnTo>
                    <a:pt x="749084" y="1371599"/>
                  </a:lnTo>
                  <a:lnTo>
                    <a:pt x="761202" y="1358899"/>
                  </a:lnTo>
                  <a:lnTo>
                    <a:pt x="771452" y="1346199"/>
                  </a:lnTo>
                  <a:lnTo>
                    <a:pt x="791131" y="1308099"/>
                  </a:lnTo>
                  <a:lnTo>
                    <a:pt x="796328" y="1257299"/>
                  </a:lnTo>
                  <a:lnTo>
                    <a:pt x="795092" y="1244599"/>
                  </a:lnTo>
                  <a:lnTo>
                    <a:pt x="792343" y="1231899"/>
                  </a:lnTo>
                  <a:lnTo>
                    <a:pt x="788095" y="1219199"/>
                  </a:lnTo>
                  <a:lnTo>
                    <a:pt x="782358" y="1206499"/>
                  </a:lnTo>
                  <a:lnTo>
                    <a:pt x="775143" y="1193799"/>
                  </a:lnTo>
                  <a:lnTo>
                    <a:pt x="766451" y="1181099"/>
                  </a:lnTo>
                  <a:close/>
                </a:path>
                <a:path w="2021839" h="2133600">
                  <a:moveTo>
                    <a:pt x="818553" y="965199"/>
                  </a:moveTo>
                  <a:lnTo>
                    <a:pt x="759625" y="965199"/>
                  </a:lnTo>
                  <a:lnTo>
                    <a:pt x="971715" y="1333499"/>
                  </a:lnTo>
                  <a:lnTo>
                    <a:pt x="974255" y="1346199"/>
                  </a:lnTo>
                  <a:lnTo>
                    <a:pt x="996734" y="1346199"/>
                  </a:lnTo>
                  <a:lnTo>
                    <a:pt x="1000417" y="1333499"/>
                  </a:lnTo>
                  <a:lnTo>
                    <a:pt x="1008672" y="1333499"/>
                  </a:lnTo>
                  <a:lnTo>
                    <a:pt x="1011847" y="1320799"/>
                  </a:lnTo>
                  <a:lnTo>
                    <a:pt x="1017562" y="1320799"/>
                  </a:lnTo>
                  <a:lnTo>
                    <a:pt x="1018832" y="1308099"/>
                  </a:lnTo>
                  <a:lnTo>
                    <a:pt x="1016292" y="1308099"/>
                  </a:lnTo>
                  <a:lnTo>
                    <a:pt x="960158" y="1206499"/>
                  </a:lnTo>
                  <a:lnTo>
                    <a:pt x="992023" y="1168399"/>
                  </a:lnTo>
                  <a:lnTo>
                    <a:pt x="934504" y="1168399"/>
                  </a:lnTo>
                  <a:lnTo>
                    <a:pt x="818553" y="965199"/>
                  </a:lnTo>
                  <a:close/>
                </a:path>
                <a:path w="2021839" h="2133600">
                  <a:moveTo>
                    <a:pt x="735304" y="1155699"/>
                  </a:moveTo>
                  <a:lnTo>
                    <a:pt x="592366" y="1155699"/>
                  </a:lnTo>
                  <a:lnTo>
                    <a:pt x="585478" y="1168399"/>
                  </a:lnTo>
                  <a:lnTo>
                    <a:pt x="573703" y="1168399"/>
                  </a:lnTo>
                  <a:lnTo>
                    <a:pt x="568744" y="1181099"/>
                  </a:lnTo>
                  <a:lnTo>
                    <a:pt x="756283" y="1181099"/>
                  </a:lnTo>
                  <a:lnTo>
                    <a:pt x="744639" y="1168399"/>
                  </a:lnTo>
                  <a:lnTo>
                    <a:pt x="735304" y="1155699"/>
                  </a:lnTo>
                  <a:close/>
                </a:path>
                <a:path w="2021839" h="2133600">
                  <a:moveTo>
                    <a:pt x="807123" y="901699"/>
                  </a:moveTo>
                  <a:lnTo>
                    <a:pt x="800265" y="901699"/>
                  </a:lnTo>
                  <a:lnTo>
                    <a:pt x="797852" y="914399"/>
                  </a:lnTo>
                  <a:lnTo>
                    <a:pt x="786422" y="914399"/>
                  </a:lnTo>
                  <a:lnTo>
                    <a:pt x="783120" y="927099"/>
                  </a:lnTo>
                  <a:lnTo>
                    <a:pt x="774611" y="927099"/>
                  </a:lnTo>
                  <a:lnTo>
                    <a:pt x="770166" y="939799"/>
                  </a:lnTo>
                  <a:lnTo>
                    <a:pt x="766737" y="939799"/>
                  </a:lnTo>
                  <a:lnTo>
                    <a:pt x="761657" y="952499"/>
                  </a:lnTo>
                  <a:lnTo>
                    <a:pt x="757085" y="952499"/>
                  </a:lnTo>
                  <a:lnTo>
                    <a:pt x="757593" y="965199"/>
                  </a:lnTo>
                  <a:lnTo>
                    <a:pt x="818807" y="965199"/>
                  </a:lnTo>
                  <a:lnTo>
                    <a:pt x="1032294" y="1054099"/>
                  </a:lnTo>
                  <a:lnTo>
                    <a:pt x="934504" y="1168399"/>
                  </a:lnTo>
                  <a:lnTo>
                    <a:pt x="992023" y="1168399"/>
                  </a:lnTo>
                  <a:lnTo>
                    <a:pt x="1076998" y="1066799"/>
                  </a:lnTo>
                  <a:lnTo>
                    <a:pt x="1215174" y="1066799"/>
                  </a:lnTo>
                  <a:lnTo>
                    <a:pt x="1210221" y="1054099"/>
                  </a:lnTo>
                  <a:lnTo>
                    <a:pt x="809663" y="914399"/>
                  </a:lnTo>
                  <a:lnTo>
                    <a:pt x="807123" y="901699"/>
                  </a:lnTo>
                  <a:close/>
                </a:path>
                <a:path w="2021839" h="2133600">
                  <a:moveTo>
                    <a:pt x="716064" y="1142999"/>
                  </a:moveTo>
                  <a:lnTo>
                    <a:pt x="608066" y="1142999"/>
                  </a:lnTo>
                  <a:lnTo>
                    <a:pt x="599865" y="1155699"/>
                  </a:lnTo>
                  <a:lnTo>
                    <a:pt x="725779" y="1155699"/>
                  </a:lnTo>
                  <a:lnTo>
                    <a:pt x="716064" y="1142999"/>
                  </a:lnTo>
                  <a:close/>
                </a:path>
                <a:path w="2021839" h="2133600">
                  <a:moveTo>
                    <a:pt x="686330" y="1130299"/>
                  </a:moveTo>
                  <a:lnTo>
                    <a:pt x="636457" y="1130299"/>
                  </a:lnTo>
                  <a:lnTo>
                    <a:pt x="626529" y="1142999"/>
                  </a:lnTo>
                  <a:lnTo>
                    <a:pt x="696250" y="1142999"/>
                  </a:lnTo>
                  <a:lnTo>
                    <a:pt x="686330" y="1130299"/>
                  </a:lnTo>
                  <a:close/>
                </a:path>
                <a:path w="2021839" h="2133600">
                  <a:moveTo>
                    <a:pt x="1224699" y="1066799"/>
                  </a:moveTo>
                  <a:lnTo>
                    <a:pt x="1076998" y="1066799"/>
                  </a:lnTo>
                  <a:lnTo>
                    <a:pt x="1181392" y="1117599"/>
                  </a:lnTo>
                  <a:lnTo>
                    <a:pt x="1190536" y="1117599"/>
                  </a:lnTo>
                  <a:lnTo>
                    <a:pt x="1192568" y="1104899"/>
                  </a:lnTo>
                  <a:lnTo>
                    <a:pt x="1202855" y="1104899"/>
                  </a:lnTo>
                  <a:lnTo>
                    <a:pt x="1206538" y="1092199"/>
                  </a:lnTo>
                  <a:lnTo>
                    <a:pt x="1215428" y="1092199"/>
                  </a:lnTo>
                  <a:lnTo>
                    <a:pt x="1218857" y="1079499"/>
                  </a:lnTo>
                  <a:lnTo>
                    <a:pt x="1224699" y="1079499"/>
                  </a:lnTo>
                  <a:lnTo>
                    <a:pt x="1224699" y="1066799"/>
                  </a:lnTo>
                  <a:close/>
                </a:path>
                <a:path w="2021839" h="2133600">
                  <a:moveTo>
                    <a:pt x="1254290" y="1015999"/>
                  </a:moveTo>
                  <a:lnTo>
                    <a:pt x="1219873" y="1015999"/>
                  </a:lnTo>
                  <a:lnTo>
                    <a:pt x="1222540" y="1028699"/>
                  </a:lnTo>
                  <a:lnTo>
                    <a:pt x="1249083" y="1028699"/>
                  </a:lnTo>
                  <a:lnTo>
                    <a:pt x="1254290" y="1015999"/>
                  </a:lnTo>
                  <a:close/>
                </a:path>
                <a:path w="2021839" h="2133600">
                  <a:moveTo>
                    <a:pt x="1280992" y="1003299"/>
                  </a:moveTo>
                  <a:lnTo>
                    <a:pt x="1200696" y="1003299"/>
                  </a:lnTo>
                  <a:lnTo>
                    <a:pt x="1206030" y="1015999"/>
                  </a:lnTo>
                  <a:lnTo>
                    <a:pt x="1274685" y="1015999"/>
                  </a:lnTo>
                  <a:lnTo>
                    <a:pt x="1280992" y="1003299"/>
                  </a:lnTo>
                  <a:close/>
                </a:path>
                <a:path w="2021839" h="2133600">
                  <a:moveTo>
                    <a:pt x="1294295" y="990599"/>
                  </a:moveTo>
                  <a:lnTo>
                    <a:pt x="1195997" y="990599"/>
                  </a:lnTo>
                  <a:lnTo>
                    <a:pt x="1195616" y="1003299"/>
                  </a:lnTo>
                  <a:lnTo>
                    <a:pt x="1287536" y="1003299"/>
                  </a:lnTo>
                  <a:lnTo>
                    <a:pt x="1294295" y="990599"/>
                  </a:lnTo>
                  <a:close/>
                </a:path>
                <a:path w="2021839" h="2133600">
                  <a:moveTo>
                    <a:pt x="1308281" y="977899"/>
                  </a:moveTo>
                  <a:lnTo>
                    <a:pt x="1220254" y="977899"/>
                  </a:lnTo>
                  <a:lnTo>
                    <a:pt x="1213650" y="990599"/>
                  </a:lnTo>
                  <a:lnTo>
                    <a:pt x="1301270" y="990599"/>
                  </a:lnTo>
                  <a:lnTo>
                    <a:pt x="1308281" y="977899"/>
                  </a:lnTo>
                  <a:close/>
                </a:path>
                <a:path w="2021839" h="2133600">
                  <a:moveTo>
                    <a:pt x="1356662" y="787399"/>
                  </a:moveTo>
                  <a:lnTo>
                    <a:pt x="1244241" y="787399"/>
                  </a:lnTo>
                  <a:lnTo>
                    <a:pt x="1252303" y="800099"/>
                  </a:lnTo>
                  <a:lnTo>
                    <a:pt x="1275705" y="800099"/>
                  </a:lnTo>
                  <a:lnTo>
                    <a:pt x="1283030" y="812799"/>
                  </a:lnTo>
                  <a:lnTo>
                    <a:pt x="1296224" y="812799"/>
                  </a:lnTo>
                  <a:lnTo>
                    <a:pt x="1301439" y="825499"/>
                  </a:lnTo>
                  <a:lnTo>
                    <a:pt x="1305749" y="825499"/>
                  </a:lnTo>
                  <a:lnTo>
                    <a:pt x="1309154" y="838199"/>
                  </a:lnTo>
                  <a:lnTo>
                    <a:pt x="1311773" y="850899"/>
                  </a:lnTo>
                  <a:lnTo>
                    <a:pt x="1313535" y="850899"/>
                  </a:lnTo>
                  <a:lnTo>
                    <a:pt x="1314440" y="863599"/>
                  </a:lnTo>
                  <a:lnTo>
                    <a:pt x="1313678" y="876299"/>
                  </a:lnTo>
                  <a:lnTo>
                    <a:pt x="1312011" y="888999"/>
                  </a:lnTo>
                  <a:lnTo>
                    <a:pt x="1309487" y="888999"/>
                  </a:lnTo>
                  <a:lnTo>
                    <a:pt x="1306106" y="901699"/>
                  </a:lnTo>
                  <a:lnTo>
                    <a:pt x="1301887" y="914399"/>
                  </a:lnTo>
                  <a:lnTo>
                    <a:pt x="1296835" y="914399"/>
                  </a:lnTo>
                  <a:lnTo>
                    <a:pt x="1290925" y="927099"/>
                  </a:lnTo>
                  <a:lnTo>
                    <a:pt x="1284135" y="939799"/>
                  </a:lnTo>
                  <a:lnTo>
                    <a:pt x="1276584" y="939799"/>
                  </a:lnTo>
                  <a:lnTo>
                    <a:pt x="1269165" y="952499"/>
                  </a:lnTo>
                  <a:lnTo>
                    <a:pt x="1261864" y="965199"/>
                  </a:lnTo>
                  <a:lnTo>
                    <a:pt x="1247670" y="965199"/>
                  </a:lnTo>
                  <a:lnTo>
                    <a:pt x="1240955" y="977899"/>
                  </a:lnTo>
                  <a:lnTo>
                    <a:pt x="1315315" y="977899"/>
                  </a:lnTo>
                  <a:lnTo>
                    <a:pt x="1322362" y="965199"/>
                  </a:lnTo>
                  <a:lnTo>
                    <a:pt x="1334244" y="952499"/>
                  </a:lnTo>
                  <a:lnTo>
                    <a:pt x="1360462" y="914399"/>
                  </a:lnTo>
                  <a:lnTo>
                    <a:pt x="1370050" y="876299"/>
                  </a:lnTo>
                  <a:lnTo>
                    <a:pt x="1372570" y="863599"/>
                  </a:lnTo>
                  <a:lnTo>
                    <a:pt x="1373543" y="850899"/>
                  </a:lnTo>
                  <a:lnTo>
                    <a:pt x="1373090" y="838199"/>
                  </a:lnTo>
                  <a:lnTo>
                    <a:pt x="1371162" y="825499"/>
                  </a:lnTo>
                  <a:lnTo>
                    <a:pt x="1367756" y="812799"/>
                  </a:lnTo>
                  <a:lnTo>
                    <a:pt x="1362875" y="800099"/>
                  </a:lnTo>
                  <a:lnTo>
                    <a:pt x="1356662" y="787399"/>
                  </a:lnTo>
                  <a:close/>
                </a:path>
                <a:path w="2021839" h="2133600">
                  <a:moveTo>
                    <a:pt x="1121448" y="876299"/>
                  </a:moveTo>
                  <a:lnTo>
                    <a:pt x="1113828" y="876299"/>
                  </a:lnTo>
                  <a:lnTo>
                    <a:pt x="1115987" y="888999"/>
                  </a:lnTo>
                  <a:lnTo>
                    <a:pt x="1119797" y="888999"/>
                  </a:lnTo>
                  <a:lnTo>
                    <a:pt x="1121448" y="876299"/>
                  </a:lnTo>
                  <a:close/>
                </a:path>
                <a:path w="2021839" h="2133600">
                  <a:moveTo>
                    <a:pt x="1202279" y="800099"/>
                  </a:moveTo>
                  <a:lnTo>
                    <a:pt x="1128463" y="800099"/>
                  </a:lnTo>
                  <a:lnTo>
                    <a:pt x="1121702" y="812799"/>
                  </a:lnTo>
                  <a:lnTo>
                    <a:pt x="1089190" y="850899"/>
                  </a:lnTo>
                  <a:lnTo>
                    <a:pt x="1087539" y="850899"/>
                  </a:lnTo>
                  <a:lnTo>
                    <a:pt x="1088301" y="863599"/>
                  </a:lnTo>
                  <a:lnTo>
                    <a:pt x="1094143" y="863599"/>
                  </a:lnTo>
                  <a:lnTo>
                    <a:pt x="1096683" y="876299"/>
                  </a:lnTo>
                  <a:lnTo>
                    <a:pt x="1126528" y="876299"/>
                  </a:lnTo>
                  <a:lnTo>
                    <a:pt x="1159548" y="838199"/>
                  </a:lnTo>
                  <a:lnTo>
                    <a:pt x="1167902" y="825499"/>
                  </a:lnTo>
                  <a:lnTo>
                    <a:pt x="1176375" y="825499"/>
                  </a:lnTo>
                  <a:lnTo>
                    <a:pt x="1184944" y="812799"/>
                  </a:lnTo>
                  <a:lnTo>
                    <a:pt x="1193584" y="812799"/>
                  </a:lnTo>
                  <a:lnTo>
                    <a:pt x="1202279" y="800099"/>
                  </a:lnTo>
                  <a:close/>
                </a:path>
                <a:path w="2021839" h="2133600">
                  <a:moveTo>
                    <a:pt x="987336" y="787399"/>
                  </a:moveTo>
                  <a:lnTo>
                    <a:pt x="965492" y="787399"/>
                  </a:lnTo>
                  <a:lnTo>
                    <a:pt x="968286" y="800099"/>
                  </a:lnTo>
                  <a:lnTo>
                    <a:pt x="985812" y="800099"/>
                  </a:lnTo>
                  <a:lnTo>
                    <a:pt x="987336" y="787399"/>
                  </a:lnTo>
                  <a:close/>
                </a:path>
                <a:path w="2021839" h="2133600">
                  <a:moveTo>
                    <a:pt x="1199759" y="711199"/>
                  </a:moveTo>
                  <a:lnTo>
                    <a:pt x="1147737" y="711199"/>
                  </a:lnTo>
                  <a:lnTo>
                    <a:pt x="1150426" y="723899"/>
                  </a:lnTo>
                  <a:lnTo>
                    <a:pt x="1152198" y="723899"/>
                  </a:lnTo>
                  <a:lnTo>
                    <a:pt x="1153041" y="736599"/>
                  </a:lnTo>
                  <a:lnTo>
                    <a:pt x="1152944" y="749299"/>
                  </a:lnTo>
                  <a:lnTo>
                    <a:pt x="1152037" y="749299"/>
                  </a:lnTo>
                  <a:lnTo>
                    <a:pt x="1150261" y="761999"/>
                  </a:lnTo>
                  <a:lnTo>
                    <a:pt x="1147604" y="774699"/>
                  </a:lnTo>
                  <a:lnTo>
                    <a:pt x="1144054" y="774699"/>
                  </a:lnTo>
                  <a:lnTo>
                    <a:pt x="1139650" y="787399"/>
                  </a:lnTo>
                  <a:lnTo>
                    <a:pt x="1134449" y="800099"/>
                  </a:lnTo>
                  <a:lnTo>
                    <a:pt x="1227747" y="800099"/>
                  </a:lnTo>
                  <a:lnTo>
                    <a:pt x="1236059" y="787399"/>
                  </a:lnTo>
                  <a:lnTo>
                    <a:pt x="1349079" y="787399"/>
                  </a:lnTo>
                  <a:lnTo>
                    <a:pt x="1340140" y="774699"/>
                  </a:lnTo>
                  <a:lnTo>
                    <a:pt x="1329855" y="761999"/>
                  </a:lnTo>
                  <a:lnTo>
                    <a:pt x="1189559" y="761999"/>
                  </a:lnTo>
                  <a:lnTo>
                    <a:pt x="1192917" y="749299"/>
                  </a:lnTo>
                  <a:lnTo>
                    <a:pt x="1195655" y="736599"/>
                  </a:lnTo>
                  <a:lnTo>
                    <a:pt x="1197775" y="736599"/>
                  </a:lnTo>
                  <a:lnTo>
                    <a:pt x="1199130" y="723899"/>
                  </a:lnTo>
                  <a:lnTo>
                    <a:pt x="1199759" y="711199"/>
                  </a:lnTo>
                  <a:close/>
                </a:path>
                <a:path w="2021839" h="2133600">
                  <a:moveTo>
                    <a:pt x="989749" y="774699"/>
                  </a:moveTo>
                  <a:lnTo>
                    <a:pt x="952284" y="774699"/>
                  </a:lnTo>
                  <a:lnTo>
                    <a:pt x="953935" y="787399"/>
                  </a:lnTo>
                  <a:lnTo>
                    <a:pt x="988479" y="787399"/>
                  </a:lnTo>
                  <a:lnTo>
                    <a:pt x="989749" y="774699"/>
                  </a:lnTo>
                  <a:close/>
                </a:path>
                <a:path w="2021839" h="2133600">
                  <a:moveTo>
                    <a:pt x="994067" y="761999"/>
                  </a:moveTo>
                  <a:lnTo>
                    <a:pt x="946061" y="761999"/>
                  </a:lnTo>
                  <a:lnTo>
                    <a:pt x="946315" y="774699"/>
                  </a:lnTo>
                  <a:lnTo>
                    <a:pt x="991654" y="774699"/>
                  </a:lnTo>
                  <a:lnTo>
                    <a:pt x="994067" y="761999"/>
                  </a:lnTo>
                  <a:close/>
                </a:path>
                <a:path w="2021839" h="2133600">
                  <a:moveTo>
                    <a:pt x="998639" y="749299"/>
                  </a:moveTo>
                  <a:lnTo>
                    <a:pt x="948347" y="749299"/>
                  </a:lnTo>
                  <a:lnTo>
                    <a:pt x="946696" y="761999"/>
                  </a:lnTo>
                  <a:lnTo>
                    <a:pt x="996115" y="761999"/>
                  </a:lnTo>
                  <a:lnTo>
                    <a:pt x="998639" y="749299"/>
                  </a:lnTo>
                  <a:close/>
                </a:path>
                <a:path w="2021839" h="2133600">
                  <a:moveTo>
                    <a:pt x="1312932" y="749299"/>
                  </a:moveTo>
                  <a:lnTo>
                    <a:pt x="1202045" y="749299"/>
                  </a:lnTo>
                  <a:lnTo>
                    <a:pt x="1193987" y="761999"/>
                  </a:lnTo>
                  <a:lnTo>
                    <a:pt x="1321572" y="761999"/>
                  </a:lnTo>
                  <a:lnTo>
                    <a:pt x="1312932" y="749299"/>
                  </a:lnTo>
                  <a:close/>
                </a:path>
                <a:path w="2021839" h="2133600">
                  <a:moveTo>
                    <a:pt x="1315758" y="317500"/>
                  </a:moveTo>
                  <a:lnTo>
                    <a:pt x="1296200" y="317500"/>
                  </a:lnTo>
                  <a:lnTo>
                    <a:pt x="1162850" y="482600"/>
                  </a:lnTo>
                  <a:lnTo>
                    <a:pt x="1157643" y="482600"/>
                  </a:lnTo>
                  <a:lnTo>
                    <a:pt x="1157389" y="495300"/>
                  </a:lnTo>
                  <a:lnTo>
                    <a:pt x="1157008" y="495300"/>
                  </a:lnTo>
                  <a:lnTo>
                    <a:pt x="1160183" y="508000"/>
                  </a:lnTo>
                  <a:lnTo>
                    <a:pt x="1166787" y="508000"/>
                  </a:lnTo>
                  <a:lnTo>
                    <a:pt x="1460792" y="761999"/>
                  </a:lnTo>
                  <a:lnTo>
                    <a:pt x="1492542" y="761999"/>
                  </a:lnTo>
                  <a:lnTo>
                    <a:pt x="1544465" y="698499"/>
                  </a:lnTo>
                  <a:lnTo>
                    <a:pt x="1479588" y="698499"/>
                  </a:lnTo>
                  <a:lnTo>
                    <a:pt x="1361605" y="596900"/>
                  </a:lnTo>
                  <a:lnTo>
                    <a:pt x="1385163" y="571500"/>
                  </a:lnTo>
                  <a:lnTo>
                    <a:pt x="1326172" y="571500"/>
                  </a:lnTo>
                  <a:lnTo>
                    <a:pt x="1222794" y="482600"/>
                  </a:lnTo>
                  <a:lnTo>
                    <a:pt x="1332649" y="355600"/>
                  </a:lnTo>
                  <a:lnTo>
                    <a:pt x="1334554" y="355600"/>
                  </a:lnTo>
                  <a:lnTo>
                    <a:pt x="1335062" y="342900"/>
                  </a:lnTo>
                  <a:lnTo>
                    <a:pt x="1331633" y="342900"/>
                  </a:lnTo>
                  <a:lnTo>
                    <a:pt x="1329728" y="330200"/>
                  </a:lnTo>
                  <a:lnTo>
                    <a:pt x="1318806" y="330200"/>
                  </a:lnTo>
                  <a:lnTo>
                    <a:pt x="1315758" y="317500"/>
                  </a:lnTo>
                  <a:close/>
                </a:path>
                <a:path w="2021839" h="2133600">
                  <a:moveTo>
                    <a:pt x="1009162" y="723899"/>
                  </a:moveTo>
                  <a:lnTo>
                    <a:pt x="957110" y="723899"/>
                  </a:lnTo>
                  <a:lnTo>
                    <a:pt x="954223" y="736599"/>
                  </a:lnTo>
                  <a:lnTo>
                    <a:pt x="951823" y="736599"/>
                  </a:lnTo>
                  <a:lnTo>
                    <a:pt x="949877" y="749299"/>
                  </a:lnTo>
                  <a:lnTo>
                    <a:pt x="1001639" y="749299"/>
                  </a:lnTo>
                  <a:lnTo>
                    <a:pt x="1005116" y="736599"/>
                  </a:lnTo>
                  <a:lnTo>
                    <a:pt x="1009162" y="723899"/>
                  </a:lnTo>
                  <a:close/>
                </a:path>
                <a:path w="2021839" h="2133600">
                  <a:moveTo>
                    <a:pt x="1294676" y="736599"/>
                  </a:moveTo>
                  <a:lnTo>
                    <a:pt x="1228539" y="736599"/>
                  </a:lnTo>
                  <a:lnTo>
                    <a:pt x="1219365" y="749299"/>
                  </a:lnTo>
                  <a:lnTo>
                    <a:pt x="1303959" y="749299"/>
                  </a:lnTo>
                  <a:lnTo>
                    <a:pt x="1294676" y="736599"/>
                  </a:lnTo>
                  <a:close/>
                </a:path>
                <a:path w="2021839" h="2133600">
                  <a:moveTo>
                    <a:pt x="1026325" y="698499"/>
                  </a:moveTo>
                  <a:lnTo>
                    <a:pt x="968236" y="698499"/>
                  </a:lnTo>
                  <a:lnTo>
                    <a:pt x="964079" y="711199"/>
                  </a:lnTo>
                  <a:lnTo>
                    <a:pt x="960374" y="723899"/>
                  </a:lnTo>
                  <a:lnTo>
                    <a:pt x="1014053" y="723899"/>
                  </a:lnTo>
                  <a:lnTo>
                    <a:pt x="1019778" y="711199"/>
                  </a:lnTo>
                  <a:lnTo>
                    <a:pt x="1026325" y="698499"/>
                  </a:lnTo>
                  <a:close/>
                </a:path>
                <a:path w="2021839" h="2133600">
                  <a:moveTo>
                    <a:pt x="1197072" y="685800"/>
                  </a:moveTo>
                  <a:lnTo>
                    <a:pt x="1127417" y="685800"/>
                  </a:lnTo>
                  <a:lnTo>
                    <a:pt x="1133967" y="698499"/>
                  </a:lnTo>
                  <a:lnTo>
                    <a:pt x="1139529" y="698499"/>
                  </a:lnTo>
                  <a:lnTo>
                    <a:pt x="1144115" y="711199"/>
                  </a:lnTo>
                  <a:lnTo>
                    <a:pt x="1199650" y="711199"/>
                  </a:lnTo>
                  <a:lnTo>
                    <a:pt x="1198791" y="698499"/>
                  </a:lnTo>
                  <a:lnTo>
                    <a:pt x="1197072" y="685800"/>
                  </a:lnTo>
                  <a:close/>
                </a:path>
                <a:path w="2021839" h="2133600">
                  <a:moveTo>
                    <a:pt x="1039279" y="685800"/>
                  </a:moveTo>
                  <a:lnTo>
                    <a:pt x="977904" y="685800"/>
                  </a:lnTo>
                  <a:lnTo>
                    <a:pt x="972858" y="698499"/>
                  </a:lnTo>
                  <a:lnTo>
                    <a:pt x="1032802" y="698499"/>
                  </a:lnTo>
                  <a:lnTo>
                    <a:pt x="1039279" y="685800"/>
                  </a:lnTo>
                  <a:close/>
                </a:path>
                <a:path w="2021839" h="2133600">
                  <a:moveTo>
                    <a:pt x="1617002" y="571500"/>
                  </a:moveTo>
                  <a:lnTo>
                    <a:pt x="1591094" y="571500"/>
                  </a:lnTo>
                  <a:lnTo>
                    <a:pt x="1479588" y="698499"/>
                  </a:lnTo>
                  <a:lnTo>
                    <a:pt x="1544465" y="698499"/>
                  </a:lnTo>
                  <a:lnTo>
                    <a:pt x="1627543" y="596900"/>
                  </a:lnTo>
                  <a:lnTo>
                    <a:pt x="1629575" y="596900"/>
                  </a:lnTo>
                  <a:lnTo>
                    <a:pt x="1628051" y="584200"/>
                  </a:lnTo>
                  <a:lnTo>
                    <a:pt x="1620050" y="584200"/>
                  </a:lnTo>
                  <a:lnTo>
                    <a:pt x="1617002" y="571500"/>
                  </a:lnTo>
                  <a:close/>
                </a:path>
                <a:path w="2021839" h="2133600">
                  <a:moveTo>
                    <a:pt x="1175994" y="647700"/>
                  </a:moveTo>
                  <a:lnTo>
                    <a:pt x="1006783" y="647700"/>
                  </a:lnTo>
                  <a:lnTo>
                    <a:pt x="996353" y="660400"/>
                  </a:lnTo>
                  <a:lnTo>
                    <a:pt x="989663" y="673100"/>
                  </a:lnTo>
                  <a:lnTo>
                    <a:pt x="983510" y="685800"/>
                  </a:lnTo>
                  <a:lnTo>
                    <a:pt x="1052233" y="685800"/>
                  </a:lnTo>
                  <a:lnTo>
                    <a:pt x="1058710" y="673100"/>
                  </a:lnTo>
                  <a:lnTo>
                    <a:pt x="1191254" y="673100"/>
                  </a:lnTo>
                  <a:lnTo>
                    <a:pt x="1187107" y="660400"/>
                  </a:lnTo>
                  <a:lnTo>
                    <a:pt x="1182039" y="660400"/>
                  </a:lnTo>
                  <a:lnTo>
                    <a:pt x="1175994" y="647700"/>
                  </a:lnTo>
                  <a:close/>
                </a:path>
                <a:path w="2021839" h="2133600">
                  <a:moveTo>
                    <a:pt x="1191254" y="673100"/>
                  </a:moveTo>
                  <a:lnTo>
                    <a:pt x="1115876" y="673100"/>
                  </a:lnTo>
                  <a:lnTo>
                    <a:pt x="1121724" y="685800"/>
                  </a:lnTo>
                  <a:lnTo>
                    <a:pt x="1194568" y="685800"/>
                  </a:lnTo>
                  <a:lnTo>
                    <a:pt x="1191254" y="673100"/>
                  </a:lnTo>
                  <a:close/>
                </a:path>
                <a:path w="2021839" h="2133600">
                  <a:moveTo>
                    <a:pt x="1151809" y="622300"/>
                  </a:moveTo>
                  <a:lnTo>
                    <a:pt x="1038644" y="622300"/>
                  </a:lnTo>
                  <a:lnTo>
                    <a:pt x="1027928" y="635000"/>
                  </a:lnTo>
                  <a:lnTo>
                    <a:pt x="1017308" y="647700"/>
                  </a:lnTo>
                  <a:lnTo>
                    <a:pt x="1168997" y="647700"/>
                  </a:lnTo>
                  <a:lnTo>
                    <a:pt x="1161072" y="635000"/>
                  </a:lnTo>
                  <a:lnTo>
                    <a:pt x="1151809" y="622300"/>
                  </a:lnTo>
                  <a:close/>
                </a:path>
                <a:path w="2021839" h="2133600">
                  <a:moveTo>
                    <a:pt x="1122591" y="609600"/>
                  </a:moveTo>
                  <a:lnTo>
                    <a:pt x="1059964" y="609600"/>
                  </a:lnTo>
                  <a:lnTo>
                    <a:pt x="1049310" y="622300"/>
                  </a:lnTo>
                  <a:lnTo>
                    <a:pt x="1132568" y="622300"/>
                  </a:lnTo>
                  <a:lnTo>
                    <a:pt x="1122591" y="609600"/>
                  </a:lnTo>
                  <a:close/>
                </a:path>
                <a:path w="2021839" h="2133600">
                  <a:moveTo>
                    <a:pt x="1440091" y="457200"/>
                  </a:moveTo>
                  <a:lnTo>
                    <a:pt x="1420533" y="457200"/>
                  </a:lnTo>
                  <a:lnTo>
                    <a:pt x="1326172" y="571500"/>
                  </a:lnTo>
                  <a:lnTo>
                    <a:pt x="1385163" y="571500"/>
                  </a:lnTo>
                  <a:lnTo>
                    <a:pt x="1455839" y="495300"/>
                  </a:lnTo>
                  <a:lnTo>
                    <a:pt x="1457109" y="482600"/>
                  </a:lnTo>
                  <a:lnTo>
                    <a:pt x="1456855" y="482600"/>
                  </a:lnTo>
                  <a:lnTo>
                    <a:pt x="1455585" y="469900"/>
                  </a:lnTo>
                  <a:lnTo>
                    <a:pt x="1443012" y="469900"/>
                  </a:lnTo>
                  <a:lnTo>
                    <a:pt x="1440091" y="457200"/>
                  </a:lnTo>
                  <a:close/>
                </a:path>
                <a:path w="2021839" h="2133600">
                  <a:moveTo>
                    <a:pt x="1415072" y="190500"/>
                  </a:moveTo>
                  <a:lnTo>
                    <a:pt x="1403261" y="190500"/>
                  </a:lnTo>
                  <a:lnTo>
                    <a:pt x="1400721" y="203200"/>
                  </a:lnTo>
                  <a:lnTo>
                    <a:pt x="1392085" y="203200"/>
                  </a:lnTo>
                  <a:lnTo>
                    <a:pt x="1388529" y="215900"/>
                  </a:lnTo>
                  <a:lnTo>
                    <a:pt x="1382306" y="215900"/>
                  </a:lnTo>
                  <a:lnTo>
                    <a:pt x="1377988" y="228600"/>
                  </a:lnTo>
                  <a:lnTo>
                    <a:pt x="1374813" y="228600"/>
                  </a:lnTo>
                  <a:lnTo>
                    <a:pt x="1375321" y="241300"/>
                  </a:lnTo>
                  <a:lnTo>
                    <a:pt x="1377734" y="241300"/>
                  </a:lnTo>
                  <a:lnTo>
                    <a:pt x="1689265" y="508000"/>
                  </a:lnTo>
                  <a:lnTo>
                    <a:pt x="1710347" y="508000"/>
                  </a:lnTo>
                  <a:lnTo>
                    <a:pt x="1714411" y="495300"/>
                  </a:lnTo>
                  <a:lnTo>
                    <a:pt x="1759533" y="444500"/>
                  </a:lnTo>
                  <a:lnTo>
                    <a:pt x="1700822" y="444500"/>
                  </a:lnTo>
                  <a:lnTo>
                    <a:pt x="1415072" y="190500"/>
                  </a:lnTo>
                  <a:close/>
                </a:path>
                <a:path w="2021839" h="2133600">
                  <a:moveTo>
                    <a:pt x="1578521" y="0"/>
                  </a:moveTo>
                  <a:lnTo>
                    <a:pt x="1564170" y="0"/>
                  </a:lnTo>
                  <a:lnTo>
                    <a:pt x="1561376" y="12700"/>
                  </a:lnTo>
                  <a:lnTo>
                    <a:pt x="1552105" y="12700"/>
                  </a:lnTo>
                  <a:lnTo>
                    <a:pt x="1548422" y="25400"/>
                  </a:lnTo>
                  <a:lnTo>
                    <a:pt x="1543596" y="25400"/>
                  </a:lnTo>
                  <a:lnTo>
                    <a:pt x="1541564" y="38100"/>
                  </a:lnTo>
                  <a:lnTo>
                    <a:pt x="1538643" y="38100"/>
                  </a:lnTo>
                  <a:lnTo>
                    <a:pt x="1539151" y="50800"/>
                  </a:lnTo>
                  <a:lnTo>
                    <a:pt x="1541056" y="50800"/>
                  </a:lnTo>
                  <a:lnTo>
                    <a:pt x="1826806" y="292100"/>
                  </a:lnTo>
                  <a:lnTo>
                    <a:pt x="1700822" y="444500"/>
                  </a:lnTo>
                  <a:lnTo>
                    <a:pt x="1759533" y="444500"/>
                  </a:lnTo>
                  <a:lnTo>
                    <a:pt x="1906181" y="279400"/>
                  </a:lnTo>
                  <a:lnTo>
                    <a:pt x="1988459" y="279400"/>
                  </a:lnTo>
                  <a:lnTo>
                    <a:pt x="1943283" y="241300"/>
                  </a:lnTo>
                  <a:lnTo>
                    <a:pt x="1864144" y="241300"/>
                  </a:lnTo>
                  <a:lnTo>
                    <a:pt x="1578521" y="0"/>
                  </a:lnTo>
                  <a:close/>
                </a:path>
                <a:path w="2021839" h="2133600">
                  <a:moveTo>
                    <a:pt x="1988459" y="279400"/>
                  </a:moveTo>
                  <a:lnTo>
                    <a:pt x="1906181" y="279400"/>
                  </a:lnTo>
                  <a:lnTo>
                    <a:pt x="1986445" y="342900"/>
                  </a:lnTo>
                  <a:lnTo>
                    <a:pt x="2001558" y="342900"/>
                  </a:lnTo>
                  <a:lnTo>
                    <a:pt x="2003971" y="330200"/>
                  </a:lnTo>
                  <a:lnTo>
                    <a:pt x="2012988" y="330200"/>
                  </a:lnTo>
                  <a:lnTo>
                    <a:pt x="2015528" y="317500"/>
                  </a:lnTo>
                  <a:lnTo>
                    <a:pt x="2021370" y="317500"/>
                  </a:lnTo>
                  <a:lnTo>
                    <a:pt x="2021497" y="304800"/>
                  </a:lnTo>
                  <a:lnTo>
                    <a:pt x="2018576" y="304800"/>
                  </a:lnTo>
                  <a:lnTo>
                    <a:pt x="1988459" y="279400"/>
                  </a:lnTo>
                  <a:close/>
                </a:path>
                <a:path w="2021839" h="2133600">
                  <a:moveTo>
                    <a:pt x="1904911" y="203200"/>
                  </a:moveTo>
                  <a:lnTo>
                    <a:pt x="1898561" y="203200"/>
                  </a:lnTo>
                  <a:lnTo>
                    <a:pt x="1895513" y="215900"/>
                  </a:lnTo>
                  <a:lnTo>
                    <a:pt x="1864144" y="241300"/>
                  </a:lnTo>
                  <a:lnTo>
                    <a:pt x="1943283" y="241300"/>
                  </a:lnTo>
                  <a:lnTo>
                    <a:pt x="1913166" y="215900"/>
                  </a:lnTo>
                  <a:lnTo>
                    <a:pt x="1908721" y="215900"/>
                  </a:lnTo>
                  <a:lnTo>
                    <a:pt x="1904911" y="20320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495675" y="2343150"/>
            <a:ext cx="2419350" cy="3409950"/>
            <a:chOff x="3495675" y="2343150"/>
            <a:chExt cx="2419350" cy="34099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5675" y="2343150"/>
              <a:ext cx="2419350" cy="34099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00326" y="2758440"/>
              <a:ext cx="2021839" cy="2133600"/>
            </a:xfrm>
            <a:custGeom>
              <a:avLst/>
              <a:gdLst/>
              <a:ahLst/>
              <a:cxnLst/>
              <a:rect l="l" t="t" r="r" b="b"/>
              <a:pathLst>
                <a:path w="2021839" h="2133600">
                  <a:moveTo>
                    <a:pt x="262022" y="1714500"/>
                  </a:moveTo>
                  <a:lnTo>
                    <a:pt x="116988" y="1714500"/>
                  </a:lnTo>
                  <a:lnTo>
                    <a:pt x="100149" y="1727200"/>
                  </a:lnTo>
                  <a:lnTo>
                    <a:pt x="83714" y="1739900"/>
                  </a:lnTo>
                  <a:lnTo>
                    <a:pt x="67661" y="1752600"/>
                  </a:lnTo>
                  <a:lnTo>
                    <a:pt x="51964" y="1778000"/>
                  </a:lnTo>
                  <a:lnTo>
                    <a:pt x="37129" y="1790700"/>
                  </a:lnTo>
                  <a:lnTo>
                    <a:pt x="24818" y="1803400"/>
                  </a:lnTo>
                  <a:lnTo>
                    <a:pt x="15031" y="1828800"/>
                  </a:lnTo>
                  <a:lnTo>
                    <a:pt x="7768" y="1854200"/>
                  </a:lnTo>
                  <a:lnTo>
                    <a:pt x="2909" y="1866900"/>
                  </a:lnTo>
                  <a:lnTo>
                    <a:pt x="323" y="1892300"/>
                  </a:lnTo>
                  <a:lnTo>
                    <a:pt x="0" y="1905000"/>
                  </a:lnTo>
                  <a:lnTo>
                    <a:pt x="1926" y="1930400"/>
                  </a:lnTo>
                  <a:lnTo>
                    <a:pt x="6165" y="1943100"/>
                  </a:lnTo>
                  <a:lnTo>
                    <a:pt x="12594" y="1955800"/>
                  </a:lnTo>
                  <a:lnTo>
                    <a:pt x="21214" y="1981200"/>
                  </a:lnTo>
                  <a:lnTo>
                    <a:pt x="32025" y="1993900"/>
                  </a:lnTo>
                  <a:lnTo>
                    <a:pt x="44882" y="2019300"/>
                  </a:lnTo>
                  <a:lnTo>
                    <a:pt x="59632" y="2032000"/>
                  </a:lnTo>
                  <a:lnTo>
                    <a:pt x="76263" y="2057400"/>
                  </a:lnTo>
                  <a:lnTo>
                    <a:pt x="94763" y="2070100"/>
                  </a:lnTo>
                  <a:lnTo>
                    <a:pt x="115079" y="2082800"/>
                  </a:lnTo>
                  <a:lnTo>
                    <a:pt x="154807" y="2108200"/>
                  </a:lnTo>
                  <a:lnTo>
                    <a:pt x="193530" y="2133600"/>
                  </a:lnTo>
                  <a:lnTo>
                    <a:pt x="302543" y="2133600"/>
                  </a:lnTo>
                  <a:lnTo>
                    <a:pt x="319807" y="2120900"/>
                  </a:lnTo>
                  <a:lnTo>
                    <a:pt x="336714" y="2108200"/>
                  </a:lnTo>
                  <a:lnTo>
                    <a:pt x="353335" y="2095500"/>
                  </a:lnTo>
                  <a:lnTo>
                    <a:pt x="369671" y="2082800"/>
                  </a:lnTo>
                  <a:lnTo>
                    <a:pt x="231217" y="2082800"/>
                  </a:lnTo>
                  <a:lnTo>
                    <a:pt x="217287" y="2070100"/>
                  </a:lnTo>
                  <a:lnTo>
                    <a:pt x="203213" y="2070100"/>
                  </a:lnTo>
                  <a:lnTo>
                    <a:pt x="188997" y="2057400"/>
                  </a:lnTo>
                  <a:lnTo>
                    <a:pt x="174613" y="2057400"/>
                  </a:lnTo>
                  <a:lnTo>
                    <a:pt x="131339" y="2019300"/>
                  </a:lnTo>
                  <a:lnTo>
                    <a:pt x="95763" y="1981200"/>
                  </a:lnTo>
                  <a:lnTo>
                    <a:pt x="69268" y="1943100"/>
                  </a:lnTo>
                  <a:lnTo>
                    <a:pt x="55848" y="1905000"/>
                  </a:lnTo>
                  <a:lnTo>
                    <a:pt x="54552" y="1892300"/>
                  </a:lnTo>
                  <a:lnTo>
                    <a:pt x="54947" y="1879600"/>
                  </a:lnTo>
                  <a:lnTo>
                    <a:pt x="57044" y="1866900"/>
                  </a:lnTo>
                  <a:lnTo>
                    <a:pt x="61069" y="1854200"/>
                  </a:lnTo>
                  <a:lnTo>
                    <a:pt x="67427" y="1828800"/>
                  </a:lnTo>
                  <a:lnTo>
                    <a:pt x="76118" y="1816100"/>
                  </a:lnTo>
                  <a:lnTo>
                    <a:pt x="87143" y="1803400"/>
                  </a:lnTo>
                  <a:lnTo>
                    <a:pt x="99383" y="1790700"/>
                  </a:lnTo>
                  <a:lnTo>
                    <a:pt x="111908" y="1778000"/>
                  </a:lnTo>
                  <a:lnTo>
                    <a:pt x="124719" y="1778000"/>
                  </a:lnTo>
                  <a:lnTo>
                    <a:pt x="137816" y="1765300"/>
                  </a:lnTo>
                  <a:lnTo>
                    <a:pt x="164566" y="1765300"/>
                  </a:lnTo>
                  <a:lnTo>
                    <a:pt x="178125" y="1752600"/>
                  </a:lnTo>
                  <a:lnTo>
                    <a:pt x="320601" y="1752600"/>
                  </a:lnTo>
                  <a:lnTo>
                    <a:pt x="262022" y="1714500"/>
                  </a:lnTo>
                  <a:close/>
                </a:path>
                <a:path w="2021839" h="2133600">
                  <a:moveTo>
                    <a:pt x="320601" y="1752600"/>
                  </a:moveTo>
                  <a:lnTo>
                    <a:pt x="178125" y="1752600"/>
                  </a:lnTo>
                  <a:lnTo>
                    <a:pt x="191791" y="1765300"/>
                  </a:lnTo>
                  <a:lnTo>
                    <a:pt x="219588" y="1765300"/>
                  </a:lnTo>
                  <a:lnTo>
                    <a:pt x="233600" y="1778000"/>
                  </a:lnTo>
                  <a:lnTo>
                    <a:pt x="247671" y="1778000"/>
                  </a:lnTo>
                  <a:lnTo>
                    <a:pt x="261840" y="1790700"/>
                  </a:lnTo>
                  <a:lnTo>
                    <a:pt x="275961" y="1790700"/>
                  </a:lnTo>
                  <a:lnTo>
                    <a:pt x="317017" y="1828800"/>
                  </a:lnTo>
                  <a:lnTo>
                    <a:pt x="350414" y="1866900"/>
                  </a:lnTo>
                  <a:lnTo>
                    <a:pt x="373364" y="1905000"/>
                  </a:lnTo>
                  <a:lnTo>
                    <a:pt x="382593" y="1943100"/>
                  </a:lnTo>
                  <a:lnTo>
                    <a:pt x="382226" y="1955800"/>
                  </a:lnTo>
                  <a:lnTo>
                    <a:pt x="375941" y="1993900"/>
                  </a:lnTo>
                  <a:lnTo>
                    <a:pt x="349652" y="2032000"/>
                  </a:lnTo>
                  <a:lnTo>
                    <a:pt x="311701" y="2070100"/>
                  </a:lnTo>
                  <a:lnTo>
                    <a:pt x="298725" y="2070100"/>
                  </a:lnTo>
                  <a:lnTo>
                    <a:pt x="285509" y="2082800"/>
                  </a:lnTo>
                  <a:lnTo>
                    <a:pt x="369671" y="2082800"/>
                  </a:lnTo>
                  <a:lnTo>
                    <a:pt x="385720" y="2070100"/>
                  </a:lnTo>
                  <a:lnTo>
                    <a:pt x="400556" y="2044700"/>
                  </a:lnTo>
                  <a:lnTo>
                    <a:pt x="412867" y="2032000"/>
                  </a:lnTo>
                  <a:lnTo>
                    <a:pt x="422654" y="2006600"/>
                  </a:lnTo>
                  <a:lnTo>
                    <a:pt x="429916" y="1993900"/>
                  </a:lnTo>
                  <a:lnTo>
                    <a:pt x="434750" y="1968500"/>
                  </a:lnTo>
                  <a:lnTo>
                    <a:pt x="437251" y="1955800"/>
                  </a:lnTo>
                  <a:lnTo>
                    <a:pt x="437417" y="1930400"/>
                  </a:lnTo>
                  <a:lnTo>
                    <a:pt x="430897" y="1892300"/>
                  </a:lnTo>
                  <a:lnTo>
                    <a:pt x="424328" y="1879600"/>
                  </a:lnTo>
                  <a:lnTo>
                    <a:pt x="415569" y="1854200"/>
                  </a:lnTo>
                  <a:lnTo>
                    <a:pt x="404643" y="1841500"/>
                  </a:lnTo>
                  <a:lnTo>
                    <a:pt x="391622" y="1816100"/>
                  </a:lnTo>
                  <a:lnTo>
                    <a:pt x="376576" y="1803400"/>
                  </a:lnTo>
                  <a:lnTo>
                    <a:pt x="359531" y="1790700"/>
                  </a:lnTo>
                  <a:lnTo>
                    <a:pt x="340508" y="1765300"/>
                  </a:lnTo>
                  <a:lnTo>
                    <a:pt x="320601" y="1752600"/>
                  </a:lnTo>
                  <a:close/>
                </a:path>
                <a:path w="2021839" h="2133600">
                  <a:moveTo>
                    <a:pt x="423312" y="1371600"/>
                  </a:moveTo>
                  <a:lnTo>
                    <a:pt x="400325" y="1371600"/>
                  </a:lnTo>
                  <a:lnTo>
                    <a:pt x="254529" y="1549400"/>
                  </a:lnTo>
                  <a:lnTo>
                    <a:pt x="249322" y="1549400"/>
                  </a:lnTo>
                  <a:lnTo>
                    <a:pt x="248814" y="1562100"/>
                  </a:lnTo>
                  <a:lnTo>
                    <a:pt x="251989" y="1574800"/>
                  </a:lnTo>
                  <a:lnTo>
                    <a:pt x="258720" y="1574800"/>
                  </a:lnTo>
                  <a:lnTo>
                    <a:pt x="552471" y="1828800"/>
                  </a:lnTo>
                  <a:lnTo>
                    <a:pt x="584475" y="1828800"/>
                  </a:lnTo>
                  <a:lnTo>
                    <a:pt x="632917" y="1765300"/>
                  </a:lnTo>
                  <a:lnTo>
                    <a:pt x="572029" y="1765300"/>
                  </a:lnTo>
                  <a:lnTo>
                    <a:pt x="453284" y="1663700"/>
                  </a:lnTo>
                  <a:lnTo>
                    <a:pt x="476779" y="1638300"/>
                  </a:lnTo>
                  <a:lnTo>
                    <a:pt x="418105" y="1638300"/>
                  </a:lnTo>
                  <a:lnTo>
                    <a:pt x="314981" y="1549400"/>
                  </a:lnTo>
                  <a:lnTo>
                    <a:pt x="437409" y="1409700"/>
                  </a:lnTo>
                  <a:lnTo>
                    <a:pt x="438806" y="1397000"/>
                  </a:lnTo>
                  <a:lnTo>
                    <a:pt x="437917" y="1397000"/>
                  </a:lnTo>
                  <a:lnTo>
                    <a:pt x="436520" y="1384300"/>
                  </a:lnTo>
                  <a:lnTo>
                    <a:pt x="426741" y="1384300"/>
                  </a:lnTo>
                  <a:lnTo>
                    <a:pt x="423312" y="1371600"/>
                  </a:lnTo>
                  <a:close/>
                </a:path>
                <a:path w="2021839" h="2133600">
                  <a:moveTo>
                    <a:pt x="682557" y="1562100"/>
                  </a:moveTo>
                  <a:lnTo>
                    <a:pt x="578633" y="1562100"/>
                  </a:lnTo>
                  <a:lnTo>
                    <a:pt x="586011" y="1574800"/>
                  </a:lnTo>
                  <a:lnTo>
                    <a:pt x="607939" y="1574800"/>
                  </a:lnTo>
                  <a:lnTo>
                    <a:pt x="615011" y="1587500"/>
                  </a:lnTo>
                  <a:lnTo>
                    <a:pt x="621940" y="1587500"/>
                  </a:lnTo>
                  <a:lnTo>
                    <a:pt x="628394" y="1600200"/>
                  </a:lnTo>
                  <a:lnTo>
                    <a:pt x="634037" y="1600200"/>
                  </a:lnTo>
                  <a:lnTo>
                    <a:pt x="638871" y="1612900"/>
                  </a:lnTo>
                  <a:lnTo>
                    <a:pt x="642895" y="1612900"/>
                  </a:lnTo>
                  <a:lnTo>
                    <a:pt x="646037" y="1625600"/>
                  </a:lnTo>
                  <a:lnTo>
                    <a:pt x="648404" y="1625600"/>
                  </a:lnTo>
                  <a:lnTo>
                    <a:pt x="649986" y="1638300"/>
                  </a:lnTo>
                  <a:lnTo>
                    <a:pt x="650769" y="1638300"/>
                  </a:lnTo>
                  <a:lnTo>
                    <a:pt x="650599" y="1651000"/>
                  </a:lnTo>
                  <a:lnTo>
                    <a:pt x="649499" y="1663700"/>
                  </a:lnTo>
                  <a:lnTo>
                    <a:pt x="647447" y="1663700"/>
                  </a:lnTo>
                  <a:lnTo>
                    <a:pt x="644419" y="1676400"/>
                  </a:lnTo>
                  <a:lnTo>
                    <a:pt x="640252" y="1676400"/>
                  </a:lnTo>
                  <a:lnTo>
                    <a:pt x="634799" y="1689100"/>
                  </a:lnTo>
                  <a:lnTo>
                    <a:pt x="628060" y="1701800"/>
                  </a:lnTo>
                  <a:lnTo>
                    <a:pt x="620035" y="1714500"/>
                  </a:lnTo>
                  <a:lnTo>
                    <a:pt x="572029" y="1765300"/>
                  </a:lnTo>
                  <a:lnTo>
                    <a:pt x="632917" y="1765300"/>
                  </a:lnTo>
                  <a:lnTo>
                    <a:pt x="652293" y="1739900"/>
                  </a:lnTo>
                  <a:lnTo>
                    <a:pt x="667202" y="1727200"/>
                  </a:lnTo>
                  <a:lnTo>
                    <a:pt x="679360" y="1714500"/>
                  </a:lnTo>
                  <a:lnTo>
                    <a:pt x="688780" y="1689100"/>
                  </a:lnTo>
                  <a:lnTo>
                    <a:pt x="695473" y="1676400"/>
                  </a:lnTo>
                  <a:lnTo>
                    <a:pt x="700000" y="1663700"/>
                  </a:lnTo>
                  <a:lnTo>
                    <a:pt x="702919" y="1651000"/>
                  </a:lnTo>
                  <a:lnTo>
                    <a:pt x="704242" y="1638300"/>
                  </a:lnTo>
                  <a:lnTo>
                    <a:pt x="703982" y="1625600"/>
                  </a:lnTo>
                  <a:lnTo>
                    <a:pt x="702270" y="1612900"/>
                  </a:lnTo>
                  <a:lnTo>
                    <a:pt x="699236" y="1600200"/>
                  </a:lnTo>
                  <a:lnTo>
                    <a:pt x="694892" y="1587500"/>
                  </a:lnTo>
                  <a:lnTo>
                    <a:pt x="689250" y="1574800"/>
                  </a:lnTo>
                  <a:lnTo>
                    <a:pt x="682557" y="1562100"/>
                  </a:lnTo>
                  <a:close/>
                </a:path>
                <a:path w="2021839" h="2133600">
                  <a:moveTo>
                    <a:pt x="224160" y="1701800"/>
                  </a:moveTo>
                  <a:lnTo>
                    <a:pt x="151548" y="1701800"/>
                  </a:lnTo>
                  <a:lnTo>
                    <a:pt x="134108" y="1714500"/>
                  </a:lnTo>
                  <a:lnTo>
                    <a:pt x="242978" y="1714500"/>
                  </a:lnTo>
                  <a:lnTo>
                    <a:pt x="224160" y="1701800"/>
                  </a:lnTo>
                  <a:close/>
                </a:path>
                <a:path w="2021839" h="2133600">
                  <a:moveTo>
                    <a:pt x="636117" y="1524000"/>
                  </a:moveTo>
                  <a:lnTo>
                    <a:pt x="519705" y="1524000"/>
                  </a:lnTo>
                  <a:lnTo>
                    <a:pt x="507726" y="1536700"/>
                  </a:lnTo>
                  <a:lnTo>
                    <a:pt x="495401" y="1549400"/>
                  </a:lnTo>
                  <a:lnTo>
                    <a:pt x="482719" y="1562100"/>
                  </a:lnTo>
                  <a:lnTo>
                    <a:pt x="469667" y="1574800"/>
                  </a:lnTo>
                  <a:lnTo>
                    <a:pt x="418105" y="1638300"/>
                  </a:lnTo>
                  <a:lnTo>
                    <a:pt x="476779" y="1638300"/>
                  </a:lnTo>
                  <a:lnTo>
                    <a:pt x="500274" y="1612900"/>
                  </a:lnTo>
                  <a:lnTo>
                    <a:pt x="509156" y="1600200"/>
                  </a:lnTo>
                  <a:lnTo>
                    <a:pt x="517705" y="1587500"/>
                  </a:lnTo>
                  <a:lnTo>
                    <a:pt x="525920" y="1587500"/>
                  </a:lnTo>
                  <a:lnTo>
                    <a:pt x="533802" y="1574800"/>
                  </a:lnTo>
                  <a:lnTo>
                    <a:pt x="563901" y="1574800"/>
                  </a:lnTo>
                  <a:lnTo>
                    <a:pt x="571255" y="1562100"/>
                  </a:lnTo>
                  <a:lnTo>
                    <a:pt x="675042" y="1562100"/>
                  </a:lnTo>
                  <a:lnTo>
                    <a:pt x="666694" y="1549400"/>
                  </a:lnTo>
                  <a:lnTo>
                    <a:pt x="657500" y="1536700"/>
                  </a:lnTo>
                  <a:lnTo>
                    <a:pt x="646957" y="1536700"/>
                  </a:lnTo>
                  <a:lnTo>
                    <a:pt x="636117" y="1524000"/>
                  </a:lnTo>
                  <a:close/>
                </a:path>
                <a:path w="2021839" h="2133600">
                  <a:moveTo>
                    <a:pt x="625121" y="1193800"/>
                  </a:moveTo>
                  <a:lnTo>
                    <a:pt x="550312" y="1193800"/>
                  </a:lnTo>
                  <a:lnTo>
                    <a:pt x="490241" y="1270000"/>
                  </a:lnTo>
                  <a:lnTo>
                    <a:pt x="486431" y="1270000"/>
                  </a:lnTo>
                  <a:lnTo>
                    <a:pt x="484399" y="1282700"/>
                  </a:lnTo>
                  <a:lnTo>
                    <a:pt x="484145" y="1282700"/>
                  </a:lnTo>
                  <a:lnTo>
                    <a:pt x="487447" y="1295400"/>
                  </a:lnTo>
                  <a:lnTo>
                    <a:pt x="494305" y="1295400"/>
                  </a:lnTo>
                  <a:lnTo>
                    <a:pt x="798597" y="1562100"/>
                  </a:lnTo>
                  <a:lnTo>
                    <a:pt x="812948" y="1562100"/>
                  </a:lnTo>
                  <a:lnTo>
                    <a:pt x="818536" y="1549400"/>
                  </a:lnTo>
                  <a:lnTo>
                    <a:pt x="825394" y="1549400"/>
                  </a:lnTo>
                  <a:lnTo>
                    <a:pt x="828950" y="1536700"/>
                  </a:lnTo>
                  <a:lnTo>
                    <a:pt x="835681" y="1536700"/>
                  </a:lnTo>
                  <a:lnTo>
                    <a:pt x="837078" y="1524000"/>
                  </a:lnTo>
                  <a:lnTo>
                    <a:pt x="838094" y="1524000"/>
                  </a:lnTo>
                  <a:lnTo>
                    <a:pt x="837332" y="1511300"/>
                  </a:lnTo>
                  <a:lnTo>
                    <a:pt x="835935" y="1511300"/>
                  </a:lnTo>
                  <a:lnTo>
                    <a:pt x="717190" y="1409700"/>
                  </a:lnTo>
                  <a:lnTo>
                    <a:pt x="738442" y="1384300"/>
                  </a:lnTo>
                  <a:lnTo>
                    <a:pt x="681249" y="1384300"/>
                  </a:lnTo>
                  <a:lnTo>
                    <a:pt x="548915" y="1270000"/>
                  </a:lnTo>
                  <a:lnTo>
                    <a:pt x="583459" y="1231900"/>
                  </a:lnTo>
                  <a:lnTo>
                    <a:pt x="588438" y="1231900"/>
                  </a:lnTo>
                  <a:lnTo>
                    <a:pt x="593667" y="1219200"/>
                  </a:lnTo>
                  <a:lnTo>
                    <a:pt x="599158" y="1219200"/>
                  </a:lnTo>
                  <a:lnTo>
                    <a:pt x="604922" y="1206500"/>
                  </a:lnTo>
                  <a:lnTo>
                    <a:pt x="617892" y="1206500"/>
                  </a:lnTo>
                  <a:lnTo>
                    <a:pt x="625121" y="1193800"/>
                  </a:lnTo>
                  <a:close/>
                </a:path>
                <a:path w="2021839" h="2133600">
                  <a:moveTo>
                    <a:pt x="613685" y="1511300"/>
                  </a:moveTo>
                  <a:lnTo>
                    <a:pt x="555067" y="1511300"/>
                  </a:lnTo>
                  <a:lnTo>
                    <a:pt x="543232" y="1524000"/>
                  </a:lnTo>
                  <a:lnTo>
                    <a:pt x="625014" y="1524000"/>
                  </a:lnTo>
                  <a:lnTo>
                    <a:pt x="613685" y="1511300"/>
                  </a:lnTo>
                  <a:close/>
                </a:path>
                <a:path w="2021839" h="2133600">
                  <a:moveTo>
                    <a:pt x="766450" y="1181100"/>
                  </a:moveTo>
                  <a:lnTo>
                    <a:pt x="559472" y="1181100"/>
                  </a:lnTo>
                  <a:lnTo>
                    <a:pt x="554886" y="1193800"/>
                  </a:lnTo>
                  <a:lnTo>
                    <a:pt x="688838" y="1193800"/>
                  </a:lnTo>
                  <a:lnTo>
                    <a:pt x="708935" y="1219200"/>
                  </a:lnTo>
                  <a:lnTo>
                    <a:pt x="715964" y="1219200"/>
                  </a:lnTo>
                  <a:lnTo>
                    <a:pt x="722207" y="1231900"/>
                  </a:lnTo>
                  <a:lnTo>
                    <a:pt x="727688" y="1231900"/>
                  </a:lnTo>
                  <a:lnTo>
                    <a:pt x="732430" y="1244600"/>
                  </a:lnTo>
                  <a:lnTo>
                    <a:pt x="736340" y="1244600"/>
                  </a:lnTo>
                  <a:lnTo>
                    <a:pt x="739320" y="1257300"/>
                  </a:lnTo>
                  <a:lnTo>
                    <a:pt x="741396" y="1270000"/>
                  </a:lnTo>
                  <a:lnTo>
                    <a:pt x="742590" y="1270000"/>
                  </a:lnTo>
                  <a:lnTo>
                    <a:pt x="742803" y="1282700"/>
                  </a:lnTo>
                  <a:lnTo>
                    <a:pt x="742098" y="1295400"/>
                  </a:lnTo>
                  <a:lnTo>
                    <a:pt x="740465" y="1295400"/>
                  </a:lnTo>
                  <a:lnTo>
                    <a:pt x="737891" y="1308100"/>
                  </a:lnTo>
                  <a:lnTo>
                    <a:pt x="734175" y="1320800"/>
                  </a:lnTo>
                  <a:lnTo>
                    <a:pt x="729112" y="1320800"/>
                  </a:lnTo>
                  <a:lnTo>
                    <a:pt x="722693" y="1333500"/>
                  </a:lnTo>
                  <a:lnTo>
                    <a:pt x="714904" y="1346200"/>
                  </a:lnTo>
                  <a:lnTo>
                    <a:pt x="681249" y="1384300"/>
                  </a:lnTo>
                  <a:lnTo>
                    <a:pt x="738442" y="1384300"/>
                  </a:lnTo>
                  <a:lnTo>
                    <a:pt x="749067" y="1371600"/>
                  </a:lnTo>
                  <a:lnTo>
                    <a:pt x="761186" y="1358900"/>
                  </a:lnTo>
                  <a:lnTo>
                    <a:pt x="771435" y="1346200"/>
                  </a:lnTo>
                  <a:lnTo>
                    <a:pt x="791114" y="1308100"/>
                  </a:lnTo>
                  <a:lnTo>
                    <a:pt x="796311" y="1257300"/>
                  </a:lnTo>
                  <a:lnTo>
                    <a:pt x="795075" y="1244600"/>
                  </a:lnTo>
                  <a:lnTo>
                    <a:pt x="792327" y="1231900"/>
                  </a:lnTo>
                  <a:lnTo>
                    <a:pt x="788078" y="1219200"/>
                  </a:lnTo>
                  <a:lnTo>
                    <a:pt x="782341" y="1206500"/>
                  </a:lnTo>
                  <a:lnTo>
                    <a:pt x="775128" y="1193800"/>
                  </a:lnTo>
                  <a:lnTo>
                    <a:pt x="766450" y="1181100"/>
                  </a:lnTo>
                  <a:close/>
                </a:path>
                <a:path w="2021839" h="2133600">
                  <a:moveTo>
                    <a:pt x="818663" y="965200"/>
                  </a:moveTo>
                  <a:lnTo>
                    <a:pt x="759608" y="965200"/>
                  </a:lnTo>
                  <a:lnTo>
                    <a:pt x="971698" y="1333500"/>
                  </a:lnTo>
                  <a:lnTo>
                    <a:pt x="974238" y="1346200"/>
                  </a:lnTo>
                  <a:lnTo>
                    <a:pt x="996717" y="1346200"/>
                  </a:lnTo>
                  <a:lnTo>
                    <a:pt x="1000400" y="1333500"/>
                  </a:lnTo>
                  <a:lnTo>
                    <a:pt x="1008655" y="1333500"/>
                  </a:lnTo>
                  <a:lnTo>
                    <a:pt x="1011830" y="1320800"/>
                  </a:lnTo>
                  <a:lnTo>
                    <a:pt x="1017545" y="1320800"/>
                  </a:lnTo>
                  <a:lnTo>
                    <a:pt x="1018815" y="1308100"/>
                  </a:lnTo>
                  <a:lnTo>
                    <a:pt x="1016402" y="1308100"/>
                  </a:lnTo>
                  <a:lnTo>
                    <a:pt x="960141" y="1206500"/>
                  </a:lnTo>
                  <a:lnTo>
                    <a:pt x="992007" y="1168400"/>
                  </a:lnTo>
                  <a:lnTo>
                    <a:pt x="934487" y="1168400"/>
                  </a:lnTo>
                  <a:lnTo>
                    <a:pt x="818663" y="965200"/>
                  </a:lnTo>
                  <a:close/>
                </a:path>
                <a:path w="2021839" h="2133600">
                  <a:moveTo>
                    <a:pt x="735343" y="1155700"/>
                  </a:moveTo>
                  <a:lnTo>
                    <a:pt x="592349" y="1155700"/>
                  </a:lnTo>
                  <a:lnTo>
                    <a:pt x="585515" y="1168400"/>
                  </a:lnTo>
                  <a:lnTo>
                    <a:pt x="573704" y="1168400"/>
                  </a:lnTo>
                  <a:lnTo>
                    <a:pt x="568727" y="1181100"/>
                  </a:lnTo>
                  <a:lnTo>
                    <a:pt x="756320" y="1181100"/>
                  </a:lnTo>
                  <a:lnTo>
                    <a:pt x="744749" y="1168400"/>
                  </a:lnTo>
                  <a:lnTo>
                    <a:pt x="735343" y="1155700"/>
                  </a:lnTo>
                  <a:close/>
                </a:path>
                <a:path w="2021839" h="2133600">
                  <a:moveTo>
                    <a:pt x="807233" y="901700"/>
                  </a:moveTo>
                  <a:lnTo>
                    <a:pt x="800248" y="901700"/>
                  </a:lnTo>
                  <a:lnTo>
                    <a:pt x="797835" y="914400"/>
                  </a:lnTo>
                  <a:lnTo>
                    <a:pt x="786405" y="914400"/>
                  </a:lnTo>
                  <a:lnTo>
                    <a:pt x="783103" y="927100"/>
                  </a:lnTo>
                  <a:lnTo>
                    <a:pt x="774594" y="927100"/>
                  </a:lnTo>
                  <a:lnTo>
                    <a:pt x="770149" y="939800"/>
                  </a:lnTo>
                  <a:lnTo>
                    <a:pt x="766720" y="939800"/>
                  </a:lnTo>
                  <a:lnTo>
                    <a:pt x="761640" y="952500"/>
                  </a:lnTo>
                  <a:lnTo>
                    <a:pt x="757068" y="952500"/>
                  </a:lnTo>
                  <a:lnTo>
                    <a:pt x="757576" y="965200"/>
                  </a:lnTo>
                  <a:lnTo>
                    <a:pt x="818790" y="965200"/>
                  </a:lnTo>
                  <a:lnTo>
                    <a:pt x="1032277" y="1054100"/>
                  </a:lnTo>
                  <a:lnTo>
                    <a:pt x="934487" y="1168400"/>
                  </a:lnTo>
                  <a:lnTo>
                    <a:pt x="992007" y="1168400"/>
                  </a:lnTo>
                  <a:lnTo>
                    <a:pt x="1076981" y="1066800"/>
                  </a:lnTo>
                  <a:lnTo>
                    <a:pt x="1215157" y="1066800"/>
                  </a:lnTo>
                  <a:lnTo>
                    <a:pt x="1210204" y="1054100"/>
                  </a:lnTo>
                  <a:lnTo>
                    <a:pt x="809646" y="914400"/>
                  </a:lnTo>
                  <a:lnTo>
                    <a:pt x="807233" y="901700"/>
                  </a:lnTo>
                  <a:close/>
                </a:path>
                <a:path w="2021839" h="2133600">
                  <a:moveTo>
                    <a:pt x="716103" y="1143000"/>
                  </a:moveTo>
                  <a:lnTo>
                    <a:pt x="608050" y="1143000"/>
                  </a:lnTo>
                  <a:lnTo>
                    <a:pt x="599848" y="1155700"/>
                  </a:lnTo>
                  <a:lnTo>
                    <a:pt x="725795" y="1155700"/>
                  </a:lnTo>
                  <a:lnTo>
                    <a:pt x="716103" y="1143000"/>
                  </a:lnTo>
                  <a:close/>
                </a:path>
                <a:path w="2021839" h="2133600">
                  <a:moveTo>
                    <a:pt x="686329" y="1130300"/>
                  </a:moveTo>
                  <a:lnTo>
                    <a:pt x="636440" y="1130300"/>
                  </a:lnTo>
                  <a:lnTo>
                    <a:pt x="626512" y="1143000"/>
                  </a:lnTo>
                  <a:lnTo>
                    <a:pt x="696287" y="1143000"/>
                  </a:lnTo>
                  <a:lnTo>
                    <a:pt x="686329" y="1130300"/>
                  </a:lnTo>
                  <a:close/>
                </a:path>
                <a:path w="2021839" h="2133600">
                  <a:moveTo>
                    <a:pt x="1224682" y="1066800"/>
                  </a:moveTo>
                  <a:lnTo>
                    <a:pt x="1076981" y="1066800"/>
                  </a:lnTo>
                  <a:lnTo>
                    <a:pt x="1181375" y="1117600"/>
                  </a:lnTo>
                  <a:lnTo>
                    <a:pt x="1190519" y="1117600"/>
                  </a:lnTo>
                  <a:lnTo>
                    <a:pt x="1192551" y="1104900"/>
                  </a:lnTo>
                  <a:lnTo>
                    <a:pt x="1202838" y="1104900"/>
                  </a:lnTo>
                  <a:lnTo>
                    <a:pt x="1206521" y="1092200"/>
                  </a:lnTo>
                  <a:lnTo>
                    <a:pt x="1215538" y="1092200"/>
                  </a:lnTo>
                  <a:lnTo>
                    <a:pt x="1218840" y="1079500"/>
                  </a:lnTo>
                  <a:lnTo>
                    <a:pt x="1224682" y="1079500"/>
                  </a:lnTo>
                  <a:lnTo>
                    <a:pt x="1224682" y="1066800"/>
                  </a:lnTo>
                  <a:close/>
                </a:path>
                <a:path w="2021839" h="2133600">
                  <a:moveTo>
                    <a:pt x="1254273" y="1016000"/>
                  </a:moveTo>
                  <a:lnTo>
                    <a:pt x="1219856" y="1016000"/>
                  </a:lnTo>
                  <a:lnTo>
                    <a:pt x="1222523" y="1028700"/>
                  </a:lnTo>
                  <a:lnTo>
                    <a:pt x="1249193" y="1028700"/>
                  </a:lnTo>
                  <a:lnTo>
                    <a:pt x="1254273" y="1016000"/>
                  </a:lnTo>
                  <a:close/>
                </a:path>
                <a:path w="2021839" h="2133600">
                  <a:moveTo>
                    <a:pt x="1281054" y="1003300"/>
                  </a:moveTo>
                  <a:lnTo>
                    <a:pt x="1200679" y="1003300"/>
                  </a:lnTo>
                  <a:lnTo>
                    <a:pt x="1206013" y="1016000"/>
                  </a:lnTo>
                  <a:lnTo>
                    <a:pt x="1274778" y="1016000"/>
                  </a:lnTo>
                  <a:lnTo>
                    <a:pt x="1281054" y="1003300"/>
                  </a:lnTo>
                  <a:close/>
                </a:path>
                <a:path w="2021839" h="2133600">
                  <a:moveTo>
                    <a:pt x="1294405" y="990600"/>
                  </a:moveTo>
                  <a:lnTo>
                    <a:pt x="1195980" y="990600"/>
                  </a:lnTo>
                  <a:lnTo>
                    <a:pt x="1195599" y="1003300"/>
                  </a:lnTo>
                  <a:lnTo>
                    <a:pt x="1287593" y="1003300"/>
                  </a:lnTo>
                  <a:lnTo>
                    <a:pt x="1294405" y="990600"/>
                  </a:lnTo>
                  <a:close/>
                </a:path>
                <a:path w="2021839" h="2133600">
                  <a:moveTo>
                    <a:pt x="1308280" y="977900"/>
                  </a:moveTo>
                  <a:lnTo>
                    <a:pt x="1220237" y="977900"/>
                  </a:lnTo>
                  <a:lnTo>
                    <a:pt x="1213633" y="990600"/>
                  </a:lnTo>
                  <a:lnTo>
                    <a:pt x="1301307" y="990600"/>
                  </a:lnTo>
                  <a:lnTo>
                    <a:pt x="1308280" y="977900"/>
                  </a:lnTo>
                  <a:close/>
                </a:path>
                <a:path w="2021839" h="2133600">
                  <a:moveTo>
                    <a:pt x="1356717" y="787400"/>
                  </a:moveTo>
                  <a:lnTo>
                    <a:pt x="1244288" y="787400"/>
                  </a:lnTo>
                  <a:lnTo>
                    <a:pt x="1252394" y="800100"/>
                  </a:lnTo>
                  <a:lnTo>
                    <a:pt x="1275720" y="800100"/>
                  </a:lnTo>
                  <a:lnTo>
                    <a:pt x="1283069" y="812800"/>
                  </a:lnTo>
                  <a:lnTo>
                    <a:pt x="1296261" y="812800"/>
                  </a:lnTo>
                  <a:lnTo>
                    <a:pt x="1301438" y="825500"/>
                  </a:lnTo>
                  <a:lnTo>
                    <a:pt x="1305734" y="825500"/>
                  </a:lnTo>
                  <a:lnTo>
                    <a:pt x="1309137" y="838200"/>
                  </a:lnTo>
                  <a:lnTo>
                    <a:pt x="1311757" y="850900"/>
                  </a:lnTo>
                  <a:lnTo>
                    <a:pt x="1313519" y="850900"/>
                  </a:lnTo>
                  <a:lnTo>
                    <a:pt x="1314424" y="863600"/>
                  </a:lnTo>
                  <a:lnTo>
                    <a:pt x="1313680" y="876300"/>
                  </a:lnTo>
                  <a:lnTo>
                    <a:pt x="1312042" y="889000"/>
                  </a:lnTo>
                  <a:lnTo>
                    <a:pt x="1309524" y="889000"/>
                  </a:lnTo>
                  <a:lnTo>
                    <a:pt x="1306089" y="901700"/>
                  </a:lnTo>
                  <a:lnTo>
                    <a:pt x="1301871" y="914400"/>
                  </a:lnTo>
                  <a:lnTo>
                    <a:pt x="1296818" y="914400"/>
                  </a:lnTo>
                  <a:lnTo>
                    <a:pt x="1290909" y="927100"/>
                  </a:lnTo>
                  <a:lnTo>
                    <a:pt x="1284118" y="939800"/>
                  </a:lnTo>
                  <a:lnTo>
                    <a:pt x="1276621" y="939800"/>
                  </a:lnTo>
                  <a:lnTo>
                    <a:pt x="1269196" y="952500"/>
                  </a:lnTo>
                  <a:lnTo>
                    <a:pt x="1261866" y="965200"/>
                  </a:lnTo>
                  <a:lnTo>
                    <a:pt x="1247653" y="965200"/>
                  </a:lnTo>
                  <a:lnTo>
                    <a:pt x="1240938" y="977900"/>
                  </a:lnTo>
                  <a:lnTo>
                    <a:pt x="1315301" y="977900"/>
                  </a:lnTo>
                  <a:lnTo>
                    <a:pt x="1322345" y="965200"/>
                  </a:lnTo>
                  <a:lnTo>
                    <a:pt x="1334228" y="952500"/>
                  </a:lnTo>
                  <a:lnTo>
                    <a:pt x="1360445" y="914400"/>
                  </a:lnTo>
                  <a:lnTo>
                    <a:pt x="1370034" y="876300"/>
                  </a:lnTo>
                  <a:lnTo>
                    <a:pt x="1372554" y="863600"/>
                  </a:lnTo>
                  <a:lnTo>
                    <a:pt x="1373526" y="850900"/>
                  </a:lnTo>
                  <a:lnTo>
                    <a:pt x="1373076" y="838200"/>
                  </a:lnTo>
                  <a:lnTo>
                    <a:pt x="1371161" y="825500"/>
                  </a:lnTo>
                  <a:lnTo>
                    <a:pt x="1367793" y="812800"/>
                  </a:lnTo>
                  <a:lnTo>
                    <a:pt x="1362985" y="800100"/>
                  </a:lnTo>
                  <a:lnTo>
                    <a:pt x="1356717" y="787400"/>
                  </a:lnTo>
                  <a:close/>
                </a:path>
                <a:path w="2021839" h="2133600">
                  <a:moveTo>
                    <a:pt x="1121431" y="876300"/>
                  </a:moveTo>
                  <a:lnTo>
                    <a:pt x="1113811" y="876300"/>
                  </a:lnTo>
                  <a:lnTo>
                    <a:pt x="1115970" y="889000"/>
                  </a:lnTo>
                  <a:lnTo>
                    <a:pt x="1119907" y="889000"/>
                  </a:lnTo>
                  <a:lnTo>
                    <a:pt x="1121431" y="876300"/>
                  </a:lnTo>
                  <a:close/>
                </a:path>
                <a:path w="2021839" h="2133600">
                  <a:moveTo>
                    <a:pt x="1202334" y="800100"/>
                  </a:moveTo>
                  <a:lnTo>
                    <a:pt x="1128446" y="800100"/>
                  </a:lnTo>
                  <a:lnTo>
                    <a:pt x="1121685" y="812800"/>
                  </a:lnTo>
                  <a:lnTo>
                    <a:pt x="1089173" y="850900"/>
                  </a:lnTo>
                  <a:lnTo>
                    <a:pt x="1087522" y="850900"/>
                  </a:lnTo>
                  <a:lnTo>
                    <a:pt x="1088284" y="863600"/>
                  </a:lnTo>
                  <a:lnTo>
                    <a:pt x="1094126" y="863600"/>
                  </a:lnTo>
                  <a:lnTo>
                    <a:pt x="1096666" y="876300"/>
                  </a:lnTo>
                  <a:lnTo>
                    <a:pt x="1126511" y="876300"/>
                  </a:lnTo>
                  <a:lnTo>
                    <a:pt x="1159531" y="838200"/>
                  </a:lnTo>
                  <a:lnTo>
                    <a:pt x="1167941" y="825500"/>
                  </a:lnTo>
                  <a:lnTo>
                    <a:pt x="1176422" y="825500"/>
                  </a:lnTo>
                  <a:lnTo>
                    <a:pt x="1184999" y="812800"/>
                  </a:lnTo>
                  <a:lnTo>
                    <a:pt x="1193694" y="812800"/>
                  </a:lnTo>
                  <a:lnTo>
                    <a:pt x="1202334" y="800100"/>
                  </a:lnTo>
                  <a:close/>
                </a:path>
                <a:path w="2021839" h="2133600">
                  <a:moveTo>
                    <a:pt x="987319" y="787400"/>
                  </a:moveTo>
                  <a:lnTo>
                    <a:pt x="965475" y="787400"/>
                  </a:lnTo>
                  <a:lnTo>
                    <a:pt x="968269" y="800100"/>
                  </a:lnTo>
                  <a:lnTo>
                    <a:pt x="985795" y="800100"/>
                  </a:lnTo>
                  <a:lnTo>
                    <a:pt x="987319" y="787400"/>
                  </a:lnTo>
                  <a:close/>
                </a:path>
                <a:path w="2021839" h="2133600">
                  <a:moveTo>
                    <a:pt x="1199743" y="711200"/>
                  </a:moveTo>
                  <a:lnTo>
                    <a:pt x="1147720" y="711200"/>
                  </a:lnTo>
                  <a:lnTo>
                    <a:pt x="1150411" y="723900"/>
                  </a:lnTo>
                  <a:lnTo>
                    <a:pt x="1152197" y="723900"/>
                  </a:lnTo>
                  <a:lnTo>
                    <a:pt x="1153078" y="736600"/>
                  </a:lnTo>
                  <a:lnTo>
                    <a:pt x="1153054" y="749300"/>
                  </a:lnTo>
                  <a:lnTo>
                    <a:pt x="1152074" y="749300"/>
                  </a:lnTo>
                  <a:lnTo>
                    <a:pt x="1150260" y="762000"/>
                  </a:lnTo>
                  <a:lnTo>
                    <a:pt x="1147589" y="774700"/>
                  </a:lnTo>
                  <a:lnTo>
                    <a:pt x="1144037" y="774700"/>
                  </a:lnTo>
                  <a:lnTo>
                    <a:pt x="1139634" y="787400"/>
                  </a:lnTo>
                  <a:lnTo>
                    <a:pt x="1134433" y="800100"/>
                  </a:lnTo>
                  <a:lnTo>
                    <a:pt x="1227730" y="800100"/>
                  </a:lnTo>
                  <a:lnTo>
                    <a:pt x="1236063" y="787400"/>
                  </a:lnTo>
                  <a:lnTo>
                    <a:pt x="1349126" y="787400"/>
                  </a:lnTo>
                  <a:lnTo>
                    <a:pt x="1340179" y="774700"/>
                  </a:lnTo>
                  <a:lnTo>
                    <a:pt x="1329838" y="762000"/>
                  </a:lnTo>
                  <a:lnTo>
                    <a:pt x="1189650" y="762000"/>
                  </a:lnTo>
                  <a:lnTo>
                    <a:pt x="1192964" y="749300"/>
                  </a:lnTo>
                  <a:lnTo>
                    <a:pt x="1195659" y="736600"/>
                  </a:lnTo>
                  <a:lnTo>
                    <a:pt x="1197758" y="736600"/>
                  </a:lnTo>
                  <a:lnTo>
                    <a:pt x="1199114" y="723900"/>
                  </a:lnTo>
                  <a:lnTo>
                    <a:pt x="1199743" y="711200"/>
                  </a:lnTo>
                  <a:close/>
                </a:path>
                <a:path w="2021839" h="2133600">
                  <a:moveTo>
                    <a:pt x="989732" y="774700"/>
                  </a:moveTo>
                  <a:lnTo>
                    <a:pt x="952394" y="774700"/>
                  </a:lnTo>
                  <a:lnTo>
                    <a:pt x="954045" y="787400"/>
                  </a:lnTo>
                  <a:lnTo>
                    <a:pt x="988589" y="787400"/>
                  </a:lnTo>
                  <a:lnTo>
                    <a:pt x="989732" y="774700"/>
                  </a:lnTo>
                  <a:close/>
                </a:path>
                <a:path w="2021839" h="2133600">
                  <a:moveTo>
                    <a:pt x="994050" y="762000"/>
                  </a:moveTo>
                  <a:lnTo>
                    <a:pt x="946044" y="762000"/>
                  </a:lnTo>
                  <a:lnTo>
                    <a:pt x="946298" y="774700"/>
                  </a:lnTo>
                  <a:lnTo>
                    <a:pt x="991637" y="774700"/>
                  </a:lnTo>
                  <a:lnTo>
                    <a:pt x="994050" y="762000"/>
                  </a:lnTo>
                  <a:close/>
                </a:path>
                <a:path w="2021839" h="2133600">
                  <a:moveTo>
                    <a:pt x="998622" y="749300"/>
                  </a:moveTo>
                  <a:lnTo>
                    <a:pt x="948330" y="749300"/>
                  </a:lnTo>
                  <a:lnTo>
                    <a:pt x="946679" y="762000"/>
                  </a:lnTo>
                  <a:lnTo>
                    <a:pt x="996098" y="762000"/>
                  </a:lnTo>
                  <a:lnTo>
                    <a:pt x="998622" y="749300"/>
                  </a:lnTo>
                  <a:close/>
                </a:path>
                <a:path w="2021839" h="2133600">
                  <a:moveTo>
                    <a:pt x="1312916" y="749300"/>
                  </a:moveTo>
                  <a:lnTo>
                    <a:pt x="1202045" y="749300"/>
                  </a:lnTo>
                  <a:lnTo>
                    <a:pt x="1194024" y="762000"/>
                  </a:lnTo>
                  <a:lnTo>
                    <a:pt x="1321556" y="762000"/>
                  </a:lnTo>
                  <a:lnTo>
                    <a:pt x="1312916" y="749300"/>
                  </a:lnTo>
                  <a:close/>
                </a:path>
                <a:path w="2021839" h="2133600">
                  <a:moveTo>
                    <a:pt x="1315741" y="317500"/>
                  </a:moveTo>
                  <a:lnTo>
                    <a:pt x="1296183" y="317500"/>
                  </a:lnTo>
                  <a:lnTo>
                    <a:pt x="1162833" y="482600"/>
                  </a:lnTo>
                  <a:lnTo>
                    <a:pt x="1157626" y="482600"/>
                  </a:lnTo>
                  <a:lnTo>
                    <a:pt x="1157372" y="495300"/>
                  </a:lnTo>
                  <a:lnTo>
                    <a:pt x="1156991" y="495300"/>
                  </a:lnTo>
                  <a:lnTo>
                    <a:pt x="1160166" y="508000"/>
                  </a:lnTo>
                  <a:lnTo>
                    <a:pt x="1166770" y="508000"/>
                  </a:lnTo>
                  <a:lnTo>
                    <a:pt x="1460902" y="762000"/>
                  </a:lnTo>
                  <a:lnTo>
                    <a:pt x="1492652" y="762000"/>
                  </a:lnTo>
                  <a:lnTo>
                    <a:pt x="1544527" y="698500"/>
                  </a:lnTo>
                  <a:lnTo>
                    <a:pt x="1479571" y="698500"/>
                  </a:lnTo>
                  <a:lnTo>
                    <a:pt x="1361588" y="596900"/>
                  </a:lnTo>
                  <a:lnTo>
                    <a:pt x="1385179" y="571500"/>
                  </a:lnTo>
                  <a:lnTo>
                    <a:pt x="1326155" y="571500"/>
                  </a:lnTo>
                  <a:lnTo>
                    <a:pt x="1222777" y="482600"/>
                  </a:lnTo>
                  <a:lnTo>
                    <a:pt x="1332632" y="355600"/>
                  </a:lnTo>
                  <a:lnTo>
                    <a:pt x="1334537" y="355600"/>
                  </a:lnTo>
                  <a:lnTo>
                    <a:pt x="1335045" y="342900"/>
                  </a:lnTo>
                  <a:lnTo>
                    <a:pt x="1331616" y="342900"/>
                  </a:lnTo>
                  <a:lnTo>
                    <a:pt x="1329711" y="330200"/>
                  </a:lnTo>
                  <a:lnTo>
                    <a:pt x="1318789" y="330200"/>
                  </a:lnTo>
                  <a:lnTo>
                    <a:pt x="1315741" y="317500"/>
                  </a:lnTo>
                  <a:close/>
                </a:path>
                <a:path w="2021839" h="2133600">
                  <a:moveTo>
                    <a:pt x="1009219" y="723900"/>
                  </a:moveTo>
                  <a:lnTo>
                    <a:pt x="957093" y="723900"/>
                  </a:lnTo>
                  <a:lnTo>
                    <a:pt x="954260" y="736600"/>
                  </a:lnTo>
                  <a:lnTo>
                    <a:pt x="951855" y="736600"/>
                  </a:lnTo>
                  <a:lnTo>
                    <a:pt x="949878" y="749300"/>
                  </a:lnTo>
                  <a:lnTo>
                    <a:pt x="1001623" y="749300"/>
                  </a:lnTo>
                  <a:lnTo>
                    <a:pt x="1005099" y="736600"/>
                  </a:lnTo>
                  <a:lnTo>
                    <a:pt x="1009219" y="723900"/>
                  </a:lnTo>
                  <a:close/>
                </a:path>
                <a:path w="2021839" h="2133600">
                  <a:moveTo>
                    <a:pt x="1294659" y="736600"/>
                  </a:moveTo>
                  <a:lnTo>
                    <a:pt x="1228540" y="736600"/>
                  </a:lnTo>
                  <a:lnTo>
                    <a:pt x="1219348" y="749300"/>
                  </a:lnTo>
                  <a:lnTo>
                    <a:pt x="1303942" y="749300"/>
                  </a:lnTo>
                  <a:lnTo>
                    <a:pt x="1294659" y="736600"/>
                  </a:lnTo>
                  <a:close/>
                </a:path>
                <a:path w="2021839" h="2133600">
                  <a:moveTo>
                    <a:pt x="1026435" y="698500"/>
                  </a:moveTo>
                  <a:lnTo>
                    <a:pt x="968220" y="698500"/>
                  </a:lnTo>
                  <a:lnTo>
                    <a:pt x="964062" y="711200"/>
                  </a:lnTo>
                  <a:lnTo>
                    <a:pt x="960358" y="723900"/>
                  </a:lnTo>
                  <a:lnTo>
                    <a:pt x="1014148" y="723900"/>
                  </a:lnTo>
                  <a:lnTo>
                    <a:pt x="1019887" y="711200"/>
                  </a:lnTo>
                  <a:lnTo>
                    <a:pt x="1026435" y="698500"/>
                  </a:lnTo>
                  <a:close/>
                </a:path>
                <a:path w="2021839" h="2133600">
                  <a:moveTo>
                    <a:pt x="1197056" y="685800"/>
                  </a:moveTo>
                  <a:lnTo>
                    <a:pt x="1127400" y="685800"/>
                  </a:lnTo>
                  <a:lnTo>
                    <a:pt x="1133951" y="698500"/>
                  </a:lnTo>
                  <a:lnTo>
                    <a:pt x="1139513" y="698500"/>
                  </a:lnTo>
                  <a:lnTo>
                    <a:pt x="1144099" y="711200"/>
                  </a:lnTo>
                  <a:lnTo>
                    <a:pt x="1199634" y="711200"/>
                  </a:lnTo>
                  <a:lnTo>
                    <a:pt x="1198774" y="698500"/>
                  </a:lnTo>
                  <a:lnTo>
                    <a:pt x="1197056" y="685800"/>
                  </a:lnTo>
                  <a:close/>
                </a:path>
                <a:path w="2021839" h="2133600">
                  <a:moveTo>
                    <a:pt x="1039278" y="685800"/>
                  </a:moveTo>
                  <a:lnTo>
                    <a:pt x="977888" y="685800"/>
                  </a:lnTo>
                  <a:lnTo>
                    <a:pt x="972841" y="698500"/>
                  </a:lnTo>
                  <a:lnTo>
                    <a:pt x="1032839" y="698500"/>
                  </a:lnTo>
                  <a:lnTo>
                    <a:pt x="1039278" y="685800"/>
                  </a:lnTo>
                  <a:close/>
                </a:path>
                <a:path w="2021839" h="2133600">
                  <a:moveTo>
                    <a:pt x="1616985" y="571500"/>
                  </a:moveTo>
                  <a:lnTo>
                    <a:pt x="1591077" y="571500"/>
                  </a:lnTo>
                  <a:lnTo>
                    <a:pt x="1479571" y="698500"/>
                  </a:lnTo>
                  <a:lnTo>
                    <a:pt x="1544527" y="698500"/>
                  </a:lnTo>
                  <a:lnTo>
                    <a:pt x="1627526" y="596900"/>
                  </a:lnTo>
                  <a:lnTo>
                    <a:pt x="1629558" y="596900"/>
                  </a:lnTo>
                  <a:lnTo>
                    <a:pt x="1628034" y="584200"/>
                  </a:lnTo>
                  <a:lnTo>
                    <a:pt x="1620033" y="584200"/>
                  </a:lnTo>
                  <a:lnTo>
                    <a:pt x="1616985" y="571500"/>
                  </a:lnTo>
                  <a:close/>
                </a:path>
                <a:path w="2021839" h="2133600">
                  <a:moveTo>
                    <a:pt x="1176025" y="647700"/>
                  </a:moveTo>
                  <a:lnTo>
                    <a:pt x="1006820" y="647700"/>
                  </a:lnTo>
                  <a:lnTo>
                    <a:pt x="996336" y="660400"/>
                  </a:lnTo>
                  <a:lnTo>
                    <a:pt x="989647" y="673100"/>
                  </a:lnTo>
                  <a:lnTo>
                    <a:pt x="983493" y="685800"/>
                  </a:lnTo>
                  <a:lnTo>
                    <a:pt x="1052216" y="685800"/>
                  </a:lnTo>
                  <a:lnTo>
                    <a:pt x="1058693" y="673100"/>
                  </a:lnTo>
                  <a:lnTo>
                    <a:pt x="1191238" y="673100"/>
                  </a:lnTo>
                  <a:lnTo>
                    <a:pt x="1187090" y="660400"/>
                  </a:lnTo>
                  <a:lnTo>
                    <a:pt x="1182040" y="660400"/>
                  </a:lnTo>
                  <a:lnTo>
                    <a:pt x="1176025" y="647700"/>
                  </a:lnTo>
                  <a:close/>
                </a:path>
                <a:path w="2021839" h="2133600">
                  <a:moveTo>
                    <a:pt x="1191238" y="673100"/>
                  </a:moveTo>
                  <a:lnTo>
                    <a:pt x="1115859" y="673100"/>
                  </a:lnTo>
                  <a:lnTo>
                    <a:pt x="1121707" y="685800"/>
                  </a:lnTo>
                  <a:lnTo>
                    <a:pt x="1194552" y="685800"/>
                  </a:lnTo>
                  <a:lnTo>
                    <a:pt x="1191238" y="673100"/>
                  </a:lnTo>
                  <a:close/>
                </a:path>
                <a:path w="2021839" h="2133600">
                  <a:moveTo>
                    <a:pt x="1151792" y="622300"/>
                  </a:moveTo>
                  <a:lnTo>
                    <a:pt x="1038627" y="622300"/>
                  </a:lnTo>
                  <a:lnTo>
                    <a:pt x="1027930" y="635000"/>
                  </a:lnTo>
                  <a:lnTo>
                    <a:pt x="1017339" y="647700"/>
                  </a:lnTo>
                  <a:lnTo>
                    <a:pt x="1169035" y="647700"/>
                  </a:lnTo>
                  <a:lnTo>
                    <a:pt x="1161055" y="635000"/>
                  </a:lnTo>
                  <a:lnTo>
                    <a:pt x="1151792" y="622300"/>
                  </a:lnTo>
                  <a:close/>
                </a:path>
                <a:path w="2021839" h="2133600">
                  <a:moveTo>
                    <a:pt x="1122574" y="609600"/>
                  </a:moveTo>
                  <a:lnTo>
                    <a:pt x="1059947" y="609600"/>
                  </a:lnTo>
                  <a:lnTo>
                    <a:pt x="1049293" y="622300"/>
                  </a:lnTo>
                  <a:lnTo>
                    <a:pt x="1132552" y="622300"/>
                  </a:lnTo>
                  <a:lnTo>
                    <a:pt x="1122574" y="609600"/>
                  </a:lnTo>
                  <a:close/>
                </a:path>
                <a:path w="2021839" h="2133600">
                  <a:moveTo>
                    <a:pt x="1440074" y="457200"/>
                  </a:moveTo>
                  <a:lnTo>
                    <a:pt x="1420516" y="457200"/>
                  </a:lnTo>
                  <a:lnTo>
                    <a:pt x="1326155" y="571500"/>
                  </a:lnTo>
                  <a:lnTo>
                    <a:pt x="1385179" y="571500"/>
                  </a:lnTo>
                  <a:lnTo>
                    <a:pt x="1455949" y="495300"/>
                  </a:lnTo>
                  <a:lnTo>
                    <a:pt x="1457092" y="482600"/>
                  </a:lnTo>
                  <a:lnTo>
                    <a:pt x="1456965" y="482600"/>
                  </a:lnTo>
                  <a:lnTo>
                    <a:pt x="1455568" y="469900"/>
                  </a:lnTo>
                  <a:lnTo>
                    <a:pt x="1442995" y="469900"/>
                  </a:lnTo>
                  <a:lnTo>
                    <a:pt x="1440074" y="457200"/>
                  </a:lnTo>
                  <a:close/>
                </a:path>
                <a:path w="2021839" h="2133600">
                  <a:moveTo>
                    <a:pt x="1415055" y="190500"/>
                  </a:moveTo>
                  <a:lnTo>
                    <a:pt x="1403244" y="190500"/>
                  </a:lnTo>
                  <a:lnTo>
                    <a:pt x="1400831" y="203200"/>
                  </a:lnTo>
                  <a:lnTo>
                    <a:pt x="1392195" y="203200"/>
                  </a:lnTo>
                  <a:lnTo>
                    <a:pt x="1388512" y="215900"/>
                  </a:lnTo>
                  <a:lnTo>
                    <a:pt x="1380130" y="215900"/>
                  </a:lnTo>
                  <a:lnTo>
                    <a:pt x="1377971" y="228600"/>
                  </a:lnTo>
                  <a:lnTo>
                    <a:pt x="1374923" y="228600"/>
                  </a:lnTo>
                  <a:lnTo>
                    <a:pt x="1375685" y="241300"/>
                  </a:lnTo>
                  <a:lnTo>
                    <a:pt x="1377717" y="241300"/>
                  </a:lnTo>
                  <a:lnTo>
                    <a:pt x="1689248" y="508000"/>
                  </a:lnTo>
                  <a:lnTo>
                    <a:pt x="1710330" y="508000"/>
                  </a:lnTo>
                  <a:lnTo>
                    <a:pt x="1714394" y="495300"/>
                  </a:lnTo>
                  <a:lnTo>
                    <a:pt x="1759517" y="444500"/>
                  </a:lnTo>
                  <a:lnTo>
                    <a:pt x="1700805" y="444500"/>
                  </a:lnTo>
                  <a:lnTo>
                    <a:pt x="1415055" y="190500"/>
                  </a:lnTo>
                  <a:close/>
                </a:path>
                <a:path w="2021839" h="2133600">
                  <a:moveTo>
                    <a:pt x="1578504" y="0"/>
                  </a:moveTo>
                  <a:lnTo>
                    <a:pt x="1564153" y="0"/>
                  </a:lnTo>
                  <a:lnTo>
                    <a:pt x="1561359" y="12700"/>
                  </a:lnTo>
                  <a:lnTo>
                    <a:pt x="1555517" y="12700"/>
                  </a:lnTo>
                  <a:lnTo>
                    <a:pt x="1548532" y="25400"/>
                  </a:lnTo>
                  <a:lnTo>
                    <a:pt x="1543579" y="25400"/>
                  </a:lnTo>
                  <a:lnTo>
                    <a:pt x="1541547" y="38100"/>
                  </a:lnTo>
                  <a:lnTo>
                    <a:pt x="1538626" y="38100"/>
                  </a:lnTo>
                  <a:lnTo>
                    <a:pt x="1539134" y="50800"/>
                  </a:lnTo>
                  <a:lnTo>
                    <a:pt x="1541039" y="50800"/>
                  </a:lnTo>
                  <a:lnTo>
                    <a:pt x="1826789" y="292100"/>
                  </a:lnTo>
                  <a:lnTo>
                    <a:pt x="1700805" y="444500"/>
                  </a:lnTo>
                  <a:lnTo>
                    <a:pt x="1759517" y="444500"/>
                  </a:lnTo>
                  <a:lnTo>
                    <a:pt x="1906164" y="279400"/>
                  </a:lnTo>
                  <a:lnTo>
                    <a:pt x="1988533" y="279400"/>
                  </a:lnTo>
                  <a:lnTo>
                    <a:pt x="1943303" y="241300"/>
                  </a:lnTo>
                  <a:lnTo>
                    <a:pt x="1864127" y="241300"/>
                  </a:lnTo>
                  <a:lnTo>
                    <a:pt x="1578504" y="0"/>
                  </a:lnTo>
                  <a:close/>
                </a:path>
                <a:path w="2021839" h="2133600">
                  <a:moveTo>
                    <a:pt x="1988533" y="279400"/>
                  </a:moveTo>
                  <a:lnTo>
                    <a:pt x="1906164" y="279400"/>
                  </a:lnTo>
                  <a:lnTo>
                    <a:pt x="1986428" y="342900"/>
                  </a:lnTo>
                  <a:lnTo>
                    <a:pt x="1999255" y="342900"/>
                  </a:lnTo>
                  <a:lnTo>
                    <a:pt x="2003954" y="330200"/>
                  </a:lnTo>
                  <a:lnTo>
                    <a:pt x="2012971" y="330200"/>
                  </a:lnTo>
                  <a:lnTo>
                    <a:pt x="2015511" y="317500"/>
                  </a:lnTo>
                  <a:lnTo>
                    <a:pt x="2021353" y="317500"/>
                  </a:lnTo>
                  <a:lnTo>
                    <a:pt x="2021480" y="304800"/>
                  </a:lnTo>
                  <a:lnTo>
                    <a:pt x="2018686" y="304800"/>
                  </a:lnTo>
                  <a:lnTo>
                    <a:pt x="1988533" y="279400"/>
                  </a:lnTo>
                  <a:close/>
                </a:path>
                <a:path w="2021839" h="2133600">
                  <a:moveTo>
                    <a:pt x="1904894" y="203200"/>
                  </a:moveTo>
                  <a:lnTo>
                    <a:pt x="1898544" y="203200"/>
                  </a:lnTo>
                  <a:lnTo>
                    <a:pt x="1895496" y="215900"/>
                  </a:lnTo>
                  <a:lnTo>
                    <a:pt x="1864127" y="241300"/>
                  </a:lnTo>
                  <a:lnTo>
                    <a:pt x="1943303" y="241300"/>
                  </a:lnTo>
                  <a:lnTo>
                    <a:pt x="1913149" y="215900"/>
                  </a:lnTo>
                  <a:lnTo>
                    <a:pt x="1908704" y="215900"/>
                  </a:lnTo>
                  <a:lnTo>
                    <a:pt x="1904894" y="20320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972175" y="2362200"/>
            <a:ext cx="2409825" cy="3409950"/>
            <a:chOff x="5972175" y="2362200"/>
            <a:chExt cx="2409825" cy="340995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72175" y="2362200"/>
              <a:ext cx="2409825" cy="34099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41974" y="2741549"/>
              <a:ext cx="2021839" cy="2133600"/>
            </a:xfrm>
            <a:custGeom>
              <a:avLst/>
              <a:gdLst/>
              <a:ahLst/>
              <a:cxnLst/>
              <a:rect l="l" t="t" r="r" b="b"/>
              <a:pathLst>
                <a:path w="2021840" h="2133600">
                  <a:moveTo>
                    <a:pt x="262076" y="1714500"/>
                  </a:moveTo>
                  <a:lnTo>
                    <a:pt x="117042" y="1714500"/>
                  </a:lnTo>
                  <a:lnTo>
                    <a:pt x="100183" y="1727200"/>
                  </a:lnTo>
                  <a:lnTo>
                    <a:pt x="83704" y="1739900"/>
                  </a:lnTo>
                  <a:lnTo>
                    <a:pt x="67607" y="1752600"/>
                  </a:lnTo>
                  <a:lnTo>
                    <a:pt x="51891" y="1778000"/>
                  </a:lnTo>
                  <a:lnTo>
                    <a:pt x="37129" y="1790700"/>
                  </a:lnTo>
                  <a:lnTo>
                    <a:pt x="24856" y="1803400"/>
                  </a:lnTo>
                  <a:lnTo>
                    <a:pt x="15083" y="1828800"/>
                  </a:lnTo>
                  <a:lnTo>
                    <a:pt x="7822" y="1854200"/>
                  </a:lnTo>
                  <a:lnTo>
                    <a:pt x="2944" y="1866900"/>
                  </a:lnTo>
                  <a:lnTo>
                    <a:pt x="329" y="1892300"/>
                  </a:lnTo>
                  <a:lnTo>
                    <a:pt x="0" y="1905000"/>
                  </a:lnTo>
                  <a:lnTo>
                    <a:pt x="1980" y="1930400"/>
                  </a:lnTo>
                  <a:lnTo>
                    <a:pt x="6219" y="1943100"/>
                  </a:lnTo>
                  <a:lnTo>
                    <a:pt x="12648" y="1955800"/>
                  </a:lnTo>
                  <a:lnTo>
                    <a:pt x="21268" y="1981200"/>
                  </a:lnTo>
                  <a:lnTo>
                    <a:pt x="32079" y="1993900"/>
                  </a:lnTo>
                  <a:lnTo>
                    <a:pt x="44918" y="2019300"/>
                  </a:lnTo>
                  <a:lnTo>
                    <a:pt x="59638" y="2032000"/>
                  </a:lnTo>
                  <a:lnTo>
                    <a:pt x="76263" y="2057400"/>
                  </a:lnTo>
                  <a:lnTo>
                    <a:pt x="94817" y="2070100"/>
                  </a:lnTo>
                  <a:lnTo>
                    <a:pt x="115079" y="2082800"/>
                  </a:lnTo>
                  <a:lnTo>
                    <a:pt x="154842" y="2108200"/>
                  </a:lnTo>
                  <a:lnTo>
                    <a:pt x="193565" y="2133600"/>
                  </a:lnTo>
                  <a:lnTo>
                    <a:pt x="302543" y="2133600"/>
                  </a:lnTo>
                  <a:lnTo>
                    <a:pt x="336714" y="2108200"/>
                  </a:lnTo>
                  <a:lnTo>
                    <a:pt x="353373" y="2095500"/>
                  </a:lnTo>
                  <a:lnTo>
                    <a:pt x="369722" y="2082800"/>
                  </a:lnTo>
                  <a:lnTo>
                    <a:pt x="231197" y="2082800"/>
                  </a:lnTo>
                  <a:lnTo>
                    <a:pt x="217229" y="2070100"/>
                  </a:lnTo>
                  <a:lnTo>
                    <a:pt x="203142" y="2070100"/>
                  </a:lnTo>
                  <a:lnTo>
                    <a:pt x="188924" y="2057400"/>
                  </a:lnTo>
                  <a:lnTo>
                    <a:pt x="174611" y="2057400"/>
                  </a:lnTo>
                  <a:lnTo>
                    <a:pt x="131266" y="2019300"/>
                  </a:lnTo>
                  <a:lnTo>
                    <a:pt x="95815" y="1981200"/>
                  </a:lnTo>
                  <a:lnTo>
                    <a:pt x="69258" y="1943100"/>
                  </a:lnTo>
                  <a:lnTo>
                    <a:pt x="55846" y="1905000"/>
                  </a:lnTo>
                  <a:lnTo>
                    <a:pt x="54574" y="1892300"/>
                  </a:lnTo>
                  <a:lnTo>
                    <a:pt x="54945" y="1879600"/>
                  </a:lnTo>
                  <a:lnTo>
                    <a:pt x="56971" y="1866900"/>
                  </a:lnTo>
                  <a:lnTo>
                    <a:pt x="61067" y="1854200"/>
                  </a:lnTo>
                  <a:lnTo>
                    <a:pt x="67448" y="1828800"/>
                  </a:lnTo>
                  <a:lnTo>
                    <a:pt x="76116" y="1816100"/>
                  </a:lnTo>
                  <a:lnTo>
                    <a:pt x="87070" y="1803400"/>
                  </a:lnTo>
                  <a:lnTo>
                    <a:pt x="99383" y="1790700"/>
                  </a:lnTo>
                  <a:lnTo>
                    <a:pt x="111946" y="1778000"/>
                  </a:lnTo>
                  <a:lnTo>
                    <a:pt x="124771" y="1778000"/>
                  </a:lnTo>
                  <a:lnTo>
                    <a:pt x="137870" y="1765300"/>
                  </a:lnTo>
                  <a:lnTo>
                    <a:pt x="164524" y="1765300"/>
                  </a:lnTo>
                  <a:lnTo>
                    <a:pt x="178107" y="1752600"/>
                  </a:lnTo>
                  <a:lnTo>
                    <a:pt x="320655" y="1752600"/>
                  </a:lnTo>
                  <a:lnTo>
                    <a:pt x="262076" y="1714500"/>
                  </a:lnTo>
                  <a:close/>
                </a:path>
                <a:path w="2021840" h="2133600">
                  <a:moveTo>
                    <a:pt x="320655" y="1752600"/>
                  </a:moveTo>
                  <a:lnTo>
                    <a:pt x="178107" y="1752600"/>
                  </a:lnTo>
                  <a:lnTo>
                    <a:pt x="191845" y="1765300"/>
                  </a:lnTo>
                  <a:lnTo>
                    <a:pt x="219642" y="1765300"/>
                  </a:lnTo>
                  <a:lnTo>
                    <a:pt x="233654" y="1778000"/>
                  </a:lnTo>
                  <a:lnTo>
                    <a:pt x="247725" y="1778000"/>
                  </a:lnTo>
                  <a:lnTo>
                    <a:pt x="261893" y="1790700"/>
                  </a:lnTo>
                  <a:lnTo>
                    <a:pt x="276014" y="1790700"/>
                  </a:lnTo>
                  <a:lnTo>
                    <a:pt x="317017" y="1828800"/>
                  </a:lnTo>
                  <a:lnTo>
                    <a:pt x="350468" y="1866900"/>
                  </a:lnTo>
                  <a:lnTo>
                    <a:pt x="373364" y="1905000"/>
                  </a:lnTo>
                  <a:lnTo>
                    <a:pt x="382647" y="1943100"/>
                  </a:lnTo>
                  <a:lnTo>
                    <a:pt x="382279" y="1955800"/>
                  </a:lnTo>
                  <a:lnTo>
                    <a:pt x="375993" y="1993900"/>
                  </a:lnTo>
                  <a:lnTo>
                    <a:pt x="349579" y="2032000"/>
                  </a:lnTo>
                  <a:lnTo>
                    <a:pt x="311681" y="2070100"/>
                  </a:lnTo>
                  <a:lnTo>
                    <a:pt x="298652" y="2070100"/>
                  </a:lnTo>
                  <a:lnTo>
                    <a:pt x="285509" y="2082800"/>
                  </a:lnTo>
                  <a:lnTo>
                    <a:pt x="369722" y="2082800"/>
                  </a:lnTo>
                  <a:lnTo>
                    <a:pt x="385774" y="2070100"/>
                  </a:lnTo>
                  <a:lnTo>
                    <a:pt x="400536" y="2044700"/>
                  </a:lnTo>
                  <a:lnTo>
                    <a:pt x="412809" y="2032000"/>
                  </a:lnTo>
                  <a:lnTo>
                    <a:pt x="422582" y="2006600"/>
                  </a:lnTo>
                  <a:lnTo>
                    <a:pt x="429843" y="1993900"/>
                  </a:lnTo>
                  <a:lnTo>
                    <a:pt x="434697" y="1968500"/>
                  </a:lnTo>
                  <a:lnTo>
                    <a:pt x="437241" y="1955800"/>
                  </a:lnTo>
                  <a:lnTo>
                    <a:pt x="437451" y="1930400"/>
                  </a:lnTo>
                  <a:lnTo>
                    <a:pt x="435304" y="1917700"/>
                  </a:lnTo>
                  <a:lnTo>
                    <a:pt x="430897" y="1892300"/>
                  </a:lnTo>
                  <a:lnTo>
                    <a:pt x="424334" y="1879600"/>
                  </a:lnTo>
                  <a:lnTo>
                    <a:pt x="415605" y="1854200"/>
                  </a:lnTo>
                  <a:lnTo>
                    <a:pt x="404697" y="1841500"/>
                  </a:lnTo>
                  <a:lnTo>
                    <a:pt x="391622" y="1816100"/>
                  </a:lnTo>
                  <a:lnTo>
                    <a:pt x="376582" y="1803400"/>
                  </a:lnTo>
                  <a:lnTo>
                    <a:pt x="359566" y="1790700"/>
                  </a:lnTo>
                  <a:lnTo>
                    <a:pt x="340562" y="1765300"/>
                  </a:lnTo>
                  <a:lnTo>
                    <a:pt x="320655" y="1752600"/>
                  </a:lnTo>
                  <a:close/>
                </a:path>
                <a:path w="2021840" h="2133600">
                  <a:moveTo>
                    <a:pt x="423366" y="1371600"/>
                  </a:moveTo>
                  <a:lnTo>
                    <a:pt x="400252" y="1371600"/>
                  </a:lnTo>
                  <a:lnTo>
                    <a:pt x="254583" y="1549400"/>
                  </a:lnTo>
                  <a:lnTo>
                    <a:pt x="249376" y="1549400"/>
                  </a:lnTo>
                  <a:lnTo>
                    <a:pt x="248868" y="1562100"/>
                  </a:lnTo>
                  <a:lnTo>
                    <a:pt x="252043" y="1574800"/>
                  </a:lnTo>
                  <a:lnTo>
                    <a:pt x="258647" y="1574800"/>
                  </a:lnTo>
                  <a:lnTo>
                    <a:pt x="552525" y="1828800"/>
                  </a:lnTo>
                  <a:lnTo>
                    <a:pt x="584529" y="1828800"/>
                  </a:lnTo>
                  <a:lnTo>
                    <a:pt x="632880" y="1765300"/>
                  </a:lnTo>
                  <a:lnTo>
                    <a:pt x="572083" y="1765300"/>
                  </a:lnTo>
                  <a:lnTo>
                    <a:pt x="453338" y="1663700"/>
                  </a:lnTo>
                  <a:lnTo>
                    <a:pt x="476769" y="1638300"/>
                  </a:lnTo>
                  <a:lnTo>
                    <a:pt x="418159" y="1638300"/>
                  </a:lnTo>
                  <a:lnTo>
                    <a:pt x="314908" y="1549400"/>
                  </a:lnTo>
                  <a:lnTo>
                    <a:pt x="437463" y="1409700"/>
                  </a:lnTo>
                  <a:lnTo>
                    <a:pt x="438733" y="1397000"/>
                  </a:lnTo>
                  <a:lnTo>
                    <a:pt x="437971" y="1397000"/>
                  </a:lnTo>
                  <a:lnTo>
                    <a:pt x="436574" y="1384300"/>
                  </a:lnTo>
                  <a:lnTo>
                    <a:pt x="426668" y="1384300"/>
                  </a:lnTo>
                  <a:lnTo>
                    <a:pt x="423366" y="1371600"/>
                  </a:lnTo>
                  <a:close/>
                </a:path>
                <a:path w="2021840" h="2133600">
                  <a:moveTo>
                    <a:pt x="682593" y="1562100"/>
                  </a:moveTo>
                  <a:lnTo>
                    <a:pt x="578671" y="1562100"/>
                  </a:lnTo>
                  <a:lnTo>
                    <a:pt x="586063" y="1574800"/>
                  </a:lnTo>
                  <a:lnTo>
                    <a:pt x="607992" y="1574800"/>
                  </a:lnTo>
                  <a:lnTo>
                    <a:pt x="615064" y="1587500"/>
                  </a:lnTo>
                  <a:lnTo>
                    <a:pt x="621994" y="1587500"/>
                  </a:lnTo>
                  <a:lnTo>
                    <a:pt x="628445" y="1600200"/>
                  </a:lnTo>
                  <a:lnTo>
                    <a:pt x="634075" y="1600200"/>
                  </a:lnTo>
                  <a:lnTo>
                    <a:pt x="638871" y="1612900"/>
                  </a:lnTo>
                  <a:lnTo>
                    <a:pt x="642822" y="1612900"/>
                  </a:lnTo>
                  <a:lnTo>
                    <a:pt x="646035" y="1625600"/>
                  </a:lnTo>
                  <a:lnTo>
                    <a:pt x="648426" y="1625600"/>
                  </a:lnTo>
                  <a:lnTo>
                    <a:pt x="649984" y="1638300"/>
                  </a:lnTo>
                  <a:lnTo>
                    <a:pt x="650696" y="1638300"/>
                  </a:lnTo>
                  <a:lnTo>
                    <a:pt x="650599" y="1651000"/>
                  </a:lnTo>
                  <a:lnTo>
                    <a:pt x="649537" y="1663700"/>
                  </a:lnTo>
                  <a:lnTo>
                    <a:pt x="647499" y="1663700"/>
                  </a:lnTo>
                  <a:lnTo>
                    <a:pt x="644473" y="1676400"/>
                  </a:lnTo>
                  <a:lnTo>
                    <a:pt x="640306" y="1676400"/>
                  </a:lnTo>
                  <a:lnTo>
                    <a:pt x="634853" y="1689100"/>
                  </a:lnTo>
                  <a:lnTo>
                    <a:pt x="628114" y="1701800"/>
                  </a:lnTo>
                  <a:lnTo>
                    <a:pt x="620089" y="1714500"/>
                  </a:lnTo>
                  <a:lnTo>
                    <a:pt x="572083" y="1765300"/>
                  </a:lnTo>
                  <a:lnTo>
                    <a:pt x="632880" y="1765300"/>
                  </a:lnTo>
                  <a:lnTo>
                    <a:pt x="652220" y="1739900"/>
                  </a:lnTo>
                  <a:lnTo>
                    <a:pt x="667202" y="1727200"/>
                  </a:lnTo>
                  <a:lnTo>
                    <a:pt x="679398" y="1714500"/>
                  </a:lnTo>
                  <a:lnTo>
                    <a:pt x="688832" y="1689100"/>
                  </a:lnTo>
                  <a:lnTo>
                    <a:pt x="695527" y="1676400"/>
                  </a:lnTo>
                  <a:lnTo>
                    <a:pt x="700000" y="1663700"/>
                  </a:lnTo>
                  <a:lnTo>
                    <a:pt x="702925" y="1651000"/>
                  </a:lnTo>
                  <a:lnTo>
                    <a:pt x="704278" y="1638300"/>
                  </a:lnTo>
                  <a:lnTo>
                    <a:pt x="704036" y="1625600"/>
                  </a:lnTo>
                  <a:lnTo>
                    <a:pt x="702323" y="1612900"/>
                  </a:lnTo>
                  <a:lnTo>
                    <a:pt x="699289" y="1600200"/>
                  </a:lnTo>
                  <a:lnTo>
                    <a:pt x="694945" y="1587500"/>
                  </a:lnTo>
                  <a:lnTo>
                    <a:pt x="689304" y="1574800"/>
                  </a:lnTo>
                  <a:lnTo>
                    <a:pt x="682593" y="1562100"/>
                  </a:lnTo>
                  <a:close/>
                </a:path>
                <a:path w="2021840" h="2133600">
                  <a:moveTo>
                    <a:pt x="224151" y="1701800"/>
                  </a:moveTo>
                  <a:lnTo>
                    <a:pt x="151538" y="1701800"/>
                  </a:lnTo>
                  <a:lnTo>
                    <a:pt x="134141" y="1714500"/>
                  </a:lnTo>
                  <a:lnTo>
                    <a:pt x="242976" y="1714500"/>
                  </a:lnTo>
                  <a:lnTo>
                    <a:pt x="224151" y="1701800"/>
                  </a:lnTo>
                  <a:close/>
                </a:path>
                <a:path w="2021840" h="2133600">
                  <a:moveTo>
                    <a:pt x="636107" y="1524000"/>
                  </a:moveTo>
                  <a:lnTo>
                    <a:pt x="519632" y="1524000"/>
                  </a:lnTo>
                  <a:lnTo>
                    <a:pt x="507706" y="1536700"/>
                  </a:lnTo>
                  <a:lnTo>
                    <a:pt x="495375" y="1549400"/>
                  </a:lnTo>
                  <a:lnTo>
                    <a:pt x="482663" y="1562100"/>
                  </a:lnTo>
                  <a:lnTo>
                    <a:pt x="469594" y="1574800"/>
                  </a:lnTo>
                  <a:lnTo>
                    <a:pt x="418159" y="1638300"/>
                  </a:lnTo>
                  <a:lnTo>
                    <a:pt x="476769" y="1638300"/>
                  </a:lnTo>
                  <a:lnTo>
                    <a:pt x="500201" y="1612900"/>
                  </a:lnTo>
                  <a:lnTo>
                    <a:pt x="509154" y="1600200"/>
                  </a:lnTo>
                  <a:lnTo>
                    <a:pt x="517727" y="1587500"/>
                  </a:lnTo>
                  <a:lnTo>
                    <a:pt x="525918" y="1587500"/>
                  </a:lnTo>
                  <a:lnTo>
                    <a:pt x="533729" y="1574800"/>
                  </a:lnTo>
                  <a:lnTo>
                    <a:pt x="563828" y="1574800"/>
                  </a:lnTo>
                  <a:lnTo>
                    <a:pt x="571255" y="1562100"/>
                  </a:lnTo>
                  <a:lnTo>
                    <a:pt x="675048" y="1562100"/>
                  </a:lnTo>
                  <a:lnTo>
                    <a:pt x="666694" y="1549400"/>
                  </a:lnTo>
                  <a:lnTo>
                    <a:pt x="657554" y="1536700"/>
                  </a:lnTo>
                  <a:lnTo>
                    <a:pt x="646955" y="1536700"/>
                  </a:lnTo>
                  <a:lnTo>
                    <a:pt x="636107" y="1524000"/>
                  </a:lnTo>
                  <a:close/>
                </a:path>
                <a:path w="2021840" h="2133600">
                  <a:moveTo>
                    <a:pt x="625157" y="1193800"/>
                  </a:moveTo>
                  <a:lnTo>
                    <a:pt x="550366" y="1193800"/>
                  </a:lnTo>
                  <a:lnTo>
                    <a:pt x="490168" y="1270000"/>
                  </a:lnTo>
                  <a:lnTo>
                    <a:pt x="486485" y="1270000"/>
                  </a:lnTo>
                  <a:lnTo>
                    <a:pt x="484453" y="1282700"/>
                  </a:lnTo>
                  <a:lnTo>
                    <a:pt x="484199" y="1282700"/>
                  </a:lnTo>
                  <a:lnTo>
                    <a:pt x="487501" y="1295400"/>
                  </a:lnTo>
                  <a:lnTo>
                    <a:pt x="494232" y="1295400"/>
                  </a:lnTo>
                  <a:lnTo>
                    <a:pt x="798524" y="1562100"/>
                  </a:lnTo>
                  <a:lnTo>
                    <a:pt x="812875" y="1562100"/>
                  </a:lnTo>
                  <a:lnTo>
                    <a:pt x="815796" y="1549400"/>
                  </a:lnTo>
                  <a:lnTo>
                    <a:pt x="825448" y="1549400"/>
                  </a:lnTo>
                  <a:lnTo>
                    <a:pt x="829004" y="1536700"/>
                  </a:lnTo>
                  <a:lnTo>
                    <a:pt x="835735" y="1536700"/>
                  </a:lnTo>
                  <a:lnTo>
                    <a:pt x="837132" y="1524000"/>
                  </a:lnTo>
                  <a:lnTo>
                    <a:pt x="838148" y="1524000"/>
                  </a:lnTo>
                  <a:lnTo>
                    <a:pt x="837259" y="1511300"/>
                  </a:lnTo>
                  <a:lnTo>
                    <a:pt x="835989" y="1511300"/>
                  </a:lnTo>
                  <a:lnTo>
                    <a:pt x="717117" y="1409700"/>
                  </a:lnTo>
                  <a:lnTo>
                    <a:pt x="738453" y="1384300"/>
                  </a:lnTo>
                  <a:lnTo>
                    <a:pt x="681303" y="1384300"/>
                  </a:lnTo>
                  <a:lnTo>
                    <a:pt x="548969" y="1270000"/>
                  </a:lnTo>
                  <a:lnTo>
                    <a:pt x="583513" y="1231900"/>
                  </a:lnTo>
                  <a:lnTo>
                    <a:pt x="588420" y="1231900"/>
                  </a:lnTo>
                  <a:lnTo>
                    <a:pt x="593625" y="1219200"/>
                  </a:lnTo>
                  <a:lnTo>
                    <a:pt x="599140" y="1219200"/>
                  </a:lnTo>
                  <a:lnTo>
                    <a:pt x="604976" y="1206500"/>
                  </a:lnTo>
                  <a:lnTo>
                    <a:pt x="617898" y="1206500"/>
                  </a:lnTo>
                  <a:lnTo>
                    <a:pt x="625157" y="1193800"/>
                  </a:lnTo>
                  <a:close/>
                </a:path>
                <a:path w="2021840" h="2133600">
                  <a:moveTo>
                    <a:pt x="613612" y="1511300"/>
                  </a:moveTo>
                  <a:lnTo>
                    <a:pt x="555065" y="1511300"/>
                  </a:lnTo>
                  <a:lnTo>
                    <a:pt x="543254" y="1524000"/>
                  </a:lnTo>
                  <a:lnTo>
                    <a:pt x="624996" y="1524000"/>
                  </a:lnTo>
                  <a:lnTo>
                    <a:pt x="613612" y="1511300"/>
                  </a:lnTo>
                  <a:close/>
                </a:path>
                <a:path w="2021840" h="2133600">
                  <a:moveTo>
                    <a:pt x="766488" y="1181100"/>
                  </a:moveTo>
                  <a:lnTo>
                    <a:pt x="559526" y="1181100"/>
                  </a:lnTo>
                  <a:lnTo>
                    <a:pt x="554940" y="1193800"/>
                  </a:lnTo>
                  <a:lnTo>
                    <a:pt x="688875" y="1193800"/>
                  </a:lnTo>
                  <a:lnTo>
                    <a:pt x="708989" y="1219200"/>
                  </a:lnTo>
                  <a:lnTo>
                    <a:pt x="715964" y="1219200"/>
                  </a:lnTo>
                  <a:lnTo>
                    <a:pt x="722213" y="1231900"/>
                  </a:lnTo>
                  <a:lnTo>
                    <a:pt x="727723" y="1231900"/>
                  </a:lnTo>
                  <a:lnTo>
                    <a:pt x="732484" y="1244600"/>
                  </a:lnTo>
                  <a:lnTo>
                    <a:pt x="736340" y="1244600"/>
                  </a:lnTo>
                  <a:lnTo>
                    <a:pt x="739326" y="1257300"/>
                  </a:lnTo>
                  <a:lnTo>
                    <a:pt x="741431" y="1270000"/>
                  </a:lnTo>
                  <a:lnTo>
                    <a:pt x="742644" y="1270000"/>
                  </a:lnTo>
                  <a:lnTo>
                    <a:pt x="742856" y="1282700"/>
                  </a:lnTo>
                  <a:lnTo>
                    <a:pt x="742152" y="1295400"/>
                  </a:lnTo>
                  <a:lnTo>
                    <a:pt x="740519" y="1295400"/>
                  </a:lnTo>
                  <a:lnTo>
                    <a:pt x="737945" y="1308100"/>
                  </a:lnTo>
                  <a:lnTo>
                    <a:pt x="734228" y="1320800"/>
                  </a:lnTo>
                  <a:lnTo>
                    <a:pt x="729166" y="1320800"/>
                  </a:lnTo>
                  <a:lnTo>
                    <a:pt x="722747" y="1333500"/>
                  </a:lnTo>
                  <a:lnTo>
                    <a:pt x="714958" y="1346200"/>
                  </a:lnTo>
                  <a:lnTo>
                    <a:pt x="681303" y="1384300"/>
                  </a:lnTo>
                  <a:lnTo>
                    <a:pt x="738453" y="1384300"/>
                  </a:lnTo>
                  <a:lnTo>
                    <a:pt x="749121" y="1371600"/>
                  </a:lnTo>
                  <a:lnTo>
                    <a:pt x="761222" y="1358900"/>
                  </a:lnTo>
                  <a:lnTo>
                    <a:pt x="771441" y="1346200"/>
                  </a:lnTo>
                  <a:lnTo>
                    <a:pt x="791114" y="1308100"/>
                  </a:lnTo>
                  <a:lnTo>
                    <a:pt x="796365" y="1257300"/>
                  </a:lnTo>
                  <a:lnTo>
                    <a:pt x="795075" y="1244600"/>
                  </a:lnTo>
                  <a:lnTo>
                    <a:pt x="792333" y="1231900"/>
                  </a:lnTo>
                  <a:lnTo>
                    <a:pt x="788114" y="1219200"/>
                  </a:lnTo>
                  <a:lnTo>
                    <a:pt x="782395" y="1206500"/>
                  </a:lnTo>
                  <a:lnTo>
                    <a:pt x="775180" y="1193800"/>
                  </a:lnTo>
                  <a:lnTo>
                    <a:pt x="766488" y="1181100"/>
                  </a:lnTo>
                  <a:close/>
                </a:path>
                <a:path w="2021840" h="2133600">
                  <a:moveTo>
                    <a:pt x="818590" y="965200"/>
                  </a:moveTo>
                  <a:lnTo>
                    <a:pt x="759662" y="965200"/>
                  </a:lnTo>
                  <a:lnTo>
                    <a:pt x="971625" y="1333500"/>
                  </a:lnTo>
                  <a:lnTo>
                    <a:pt x="974292" y="1346200"/>
                  </a:lnTo>
                  <a:lnTo>
                    <a:pt x="996771" y="1346200"/>
                  </a:lnTo>
                  <a:lnTo>
                    <a:pt x="1000454" y="1333500"/>
                  </a:lnTo>
                  <a:lnTo>
                    <a:pt x="1008709" y="1333500"/>
                  </a:lnTo>
                  <a:lnTo>
                    <a:pt x="1011884" y="1320800"/>
                  </a:lnTo>
                  <a:lnTo>
                    <a:pt x="1017599" y="1320800"/>
                  </a:lnTo>
                  <a:lnTo>
                    <a:pt x="1018869" y="1308100"/>
                  </a:lnTo>
                  <a:lnTo>
                    <a:pt x="1016329" y="1308100"/>
                  </a:lnTo>
                  <a:lnTo>
                    <a:pt x="960068" y="1206500"/>
                  </a:lnTo>
                  <a:lnTo>
                    <a:pt x="991968" y="1168400"/>
                  </a:lnTo>
                  <a:lnTo>
                    <a:pt x="934541" y="1168400"/>
                  </a:lnTo>
                  <a:lnTo>
                    <a:pt x="818590" y="965200"/>
                  </a:lnTo>
                  <a:close/>
                </a:path>
                <a:path w="2021840" h="2133600">
                  <a:moveTo>
                    <a:pt x="735341" y="1155700"/>
                  </a:moveTo>
                  <a:lnTo>
                    <a:pt x="592403" y="1155700"/>
                  </a:lnTo>
                  <a:lnTo>
                    <a:pt x="585497" y="1168400"/>
                  </a:lnTo>
                  <a:lnTo>
                    <a:pt x="573686" y="1168400"/>
                  </a:lnTo>
                  <a:lnTo>
                    <a:pt x="568781" y="1181100"/>
                  </a:lnTo>
                  <a:lnTo>
                    <a:pt x="756320" y="1181100"/>
                  </a:lnTo>
                  <a:lnTo>
                    <a:pt x="744676" y="1168400"/>
                  </a:lnTo>
                  <a:lnTo>
                    <a:pt x="735341" y="1155700"/>
                  </a:lnTo>
                  <a:close/>
                </a:path>
                <a:path w="2021840" h="2133600">
                  <a:moveTo>
                    <a:pt x="807160" y="901700"/>
                  </a:moveTo>
                  <a:lnTo>
                    <a:pt x="800302" y="901700"/>
                  </a:lnTo>
                  <a:lnTo>
                    <a:pt x="797762" y="914400"/>
                  </a:lnTo>
                  <a:lnTo>
                    <a:pt x="786459" y="914400"/>
                  </a:lnTo>
                  <a:lnTo>
                    <a:pt x="783157" y="927100"/>
                  </a:lnTo>
                  <a:lnTo>
                    <a:pt x="774521" y="927100"/>
                  </a:lnTo>
                  <a:lnTo>
                    <a:pt x="770203" y="939800"/>
                  </a:lnTo>
                  <a:lnTo>
                    <a:pt x="766774" y="939800"/>
                  </a:lnTo>
                  <a:lnTo>
                    <a:pt x="761694" y="952500"/>
                  </a:lnTo>
                  <a:lnTo>
                    <a:pt x="757122" y="952500"/>
                  </a:lnTo>
                  <a:lnTo>
                    <a:pt x="757630" y="965200"/>
                  </a:lnTo>
                  <a:lnTo>
                    <a:pt x="818844" y="965200"/>
                  </a:lnTo>
                  <a:lnTo>
                    <a:pt x="1032331" y="1054100"/>
                  </a:lnTo>
                  <a:lnTo>
                    <a:pt x="934541" y="1168400"/>
                  </a:lnTo>
                  <a:lnTo>
                    <a:pt x="991968" y="1168400"/>
                  </a:lnTo>
                  <a:lnTo>
                    <a:pt x="1077035" y="1066800"/>
                  </a:lnTo>
                  <a:lnTo>
                    <a:pt x="1215084" y="1066800"/>
                  </a:lnTo>
                  <a:lnTo>
                    <a:pt x="1210258" y="1054100"/>
                  </a:lnTo>
                  <a:lnTo>
                    <a:pt x="809573" y="914400"/>
                  </a:lnTo>
                  <a:lnTo>
                    <a:pt x="807160" y="901700"/>
                  </a:lnTo>
                  <a:close/>
                </a:path>
                <a:path w="2021840" h="2133600">
                  <a:moveTo>
                    <a:pt x="716101" y="1143000"/>
                  </a:moveTo>
                  <a:lnTo>
                    <a:pt x="608103" y="1143000"/>
                  </a:lnTo>
                  <a:lnTo>
                    <a:pt x="599902" y="1155700"/>
                  </a:lnTo>
                  <a:lnTo>
                    <a:pt x="725816" y="1155700"/>
                  </a:lnTo>
                  <a:lnTo>
                    <a:pt x="716101" y="1143000"/>
                  </a:lnTo>
                  <a:close/>
                </a:path>
                <a:path w="2021840" h="2133600">
                  <a:moveTo>
                    <a:pt x="686319" y="1130300"/>
                  </a:moveTo>
                  <a:lnTo>
                    <a:pt x="636494" y="1130300"/>
                  </a:lnTo>
                  <a:lnTo>
                    <a:pt x="626566" y="1143000"/>
                  </a:lnTo>
                  <a:lnTo>
                    <a:pt x="696269" y="1143000"/>
                  </a:lnTo>
                  <a:lnTo>
                    <a:pt x="686319" y="1130300"/>
                  </a:lnTo>
                  <a:close/>
                </a:path>
                <a:path w="2021840" h="2133600">
                  <a:moveTo>
                    <a:pt x="1224736" y="1066800"/>
                  </a:moveTo>
                  <a:lnTo>
                    <a:pt x="1077035" y="1066800"/>
                  </a:lnTo>
                  <a:lnTo>
                    <a:pt x="1181429" y="1117600"/>
                  </a:lnTo>
                  <a:lnTo>
                    <a:pt x="1190573" y="1117600"/>
                  </a:lnTo>
                  <a:lnTo>
                    <a:pt x="1192478" y="1104900"/>
                  </a:lnTo>
                  <a:lnTo>
                    <a:pt x="1202765" y="1104900"/>
                  </a:lnTo>
                  <a:lnTo>
                    <a:pt x="1206575" y="1092200"/>
                  </a:lnTo>
                  <a:lnTo>
                    <a:pt x="1215465" y="1092200"/>
                  </a:lnTo>
                  <a:lnTo>
                    <a:pt x="1218894" y="1079500"/>
                  </a:lnTo>
                  <a:lnTo>
                    <a:pt x="1224736" y="1079500"/>
                  </a:lnTo>
                  <a:lnTo>
                    <a:pt x="1224736" y="1066800"/>
                  </a:lnTo>
                  <a:close/>
                </a:path>
                <a:path w="2021840" h="2133600">
                  <a:moveTo>
                    <a:pt x="1254327" y="1016000"/>
                  </a:moveTo>
                  <a:lnTo>
                    <a:pt x="1219910" y="1016000"/>
                  </a:lnTo>
                  <a:lnTo>
                    <a:pt x="1222577" y="1028700"/>
                  </a:lnTo>
                  <a:lnTo>
                    <a:pt x="1249120" y="1028700"/>
                  </a:lnTo>
                  <a:lnTo>
                    <a:pt x="1254327" y="1016000"/>
                  </a:lnTo>
                  <a:close/>
                </a:path>
                <a:path w="2021840" h="2133600">
                  <a:moveTo>
                    <a:pt x="1281029" y="1003300"/>
                  </a:moveTo>
                  <a:lnTo>
                    <a:pt x="1200733" y="1003300"/>
                  </a:lnTo>
                  <a:lnTo>
                    <a:pt x="1206067" y="1016000"/>
                  </a:lnTo>
                  <a:lnTo>
                    <a:pt x="1274722" y="1016000"/>
                  </a:lnTo>
                  <a:lnTo>
                    <a:pt x="1281029" y="1003300"/>
                  </a:lnTo>
                  <a:close/>
                </a:path>
                <a:path w="2021840" h="2133600">
                  <a:moveTo>
                    <a:pt x="1294332" y="990600"/>
                  </a:moveTo>
                  <a:lnTo>
                    <a:pt x="1196034" y="990600"/>
                  </a:lnTo>
                  <a:lnTo>
                    <a:pt x="1195653" y="1003300"/>
                  </a:lnTo>
                  <a:lnTo>
                    <a:pt x="1287573" y="1003300"/>
                  </a:lnTo>
                  <a:lnTo>
                    <a:pt x="1294332" y="990600"/>
                  </a:lnTo>
                  <a:close/>
                </a:path>
                <a:path w="2021840" h="2133600">
                  <a:moveTo>
                    <a:pt x="1308270" y="977900"/>
                  </a:moveTo>
                  <a:lnTo>
                    <a:pt x="1220291" y="977900"/>
                  </a:lnTo>
                  <a:lnTo>
                    <a:pt x="1213687" y="990600"/>
                  </a:lnTo>
                  <a:lnTo>
                    <a:pt x="1301289" y="990600"/>
                  </a:lnTo>
                  <a:lnTo>
                    <a:pt x="1308270" y="977900"/>
                  </a:lnTo>
                  <a:close/>
                </a:path>
                <a:path w="2021840" h="2133600">
                  <a:moveTo>
                    <a:pt x="1356699" y="787400"/>
                  </a:moveTo>
                  <a:lnTo>
                    <a:pt x="1244278" y="787400"/>
                  </a:lnTo>
                  <a:lnTo>
                    <a:pt x="1252341" y="800100"/>
                  </a:lnTo>
                  <a:lnTo>
                    <a:pt x="1275695" y="800100"/>
                  </a:lnTo>
                  <a:lnTo>
                    <a:pt x="1283049" y="812800"/>
                  </a:lnTo>
                  <a:lnTo>
                    <a:pt x="1296189" y="812800"/>
                  </a:lnTo>
                  <a:lnTo>
                    <a:pt x="1301380" y="825500"/>
                  </a:lnTo>
                  <a:lnTo>
                    <a:pt x="1305714" y="825500"/>
                  </a:lnTo>
                  <a:lnTo>
                    <a:pt x="1309191" y="838200"/>
                  </a:lnTo>
                  <a:lnTo>
                    <a:pt x="1311810" y="850900"/>
                  </a:lnTo>
                  <a:lnTo>
                    <a:pt x="1313572" y="850900"/>
                  </a:lnTo>
                  <a:lnTo>
                    <a:pt x="1314477" y="863600"/>
                  </a:lnTo>
                  <a:lnTo>
                    <a:pt x="1313715" y="876300"/>
                  </a:lnTo>
                  <a:lnTo>
                    <a:pt x="1312048" y="889000"/>
                  </a:lnTo>
                  <a:lnTo>
                    <a:pt x="1309524" y="889000"/>
                  </a:lnTo>
                  <a:lnTo>
                    <a:pt x="1306143" y="901700"/>
                  </a:lnTo>
                  <a:lnTo>
                    <a:pt x="1301906" y="914400"/>
                  </a:lnTo>
                  <a:lnTo>
                    <a:pt x="1296824" y="914400"/>
                  </a:lnTo>
                  <a:lnTo>
                    <a:pt x="1290909" y="927100"/>
                  </a:lnTo>
                  <a:lnTo>
                    <a:pt x="1284172" y="939800"/>
                  </a:lnTo>
                  <a:lnTo>
                    <a:pt x="1276621" y="939800"/>
                  </a:lnTo>
                  <a:lnTo>
                    <a:pt x="1269202" y="952500"/>
                  </a:lnTo>
                  <a:lnTo>
                    <a:pt x="1261901" y="965200"/>
                  </a:lnTo>
                  <a:lnTo>
                    <a:pt x="1247705" y="965200"/>
                  </a:lnTo>
                  <a:lnTo>
                    <a:pt x="1240976" y="977900"/>
                  </a:lnTo>
                  <a:lnTo>
                    <a:pt x="1315299" y="977900"/>
                  </a:lnTo>
                  <a:lnTo>
                    <a:pt x="1322399" y="965200"/>
                  </a:lnTo>
                  <a:lnTo>
                    <a:pt x="1334279" y="952500"/>
                  </a:lnTo>
                  <a:lnTo>
                    <a:pt x="1360372" y="914400"/>
                  </a:lnTo>
                  <a:lnTo>
                    <a:pt x="1370024" y="876300"/>
                  </a:lnTo>
                  <a:lnTo>
                    <a:pt x="1372552" y="863600"/>
                  </a:lnTo>
                  <a:lnTo>
                    <a:pt x="1373580" y="850900"/>
                  </a:lnTo>
                  <a:lnTo>
                    <a:pt x="1373127" y="838200"/>
                  </a:lnTo>
                  <a:lnTo>
                    <a:pt x="1371199" y="825500"/>
                  </a:lnTo>
                  <a:lnTo>
                    <a:pt x="1367793" y="812800"/>
                  </a:lnTo>
                  <a:lnTo>
                    <a:pt x="1362912" y="800100"/>
                  </a:lnTo>
                  <a:lnTo>
                    <a:pt x="1356699" y="787400"/>
                  </a:lnTo>
                  <a:close/>
                </a:path>
                <a:path w="2021840" h="2133600">
                  <a:moveTo>
                    <a:pt x="1121485" y="876300"/>
                  </a:moveTo>
                  <a:lnTo>
                    <a:pt x="1113865" y="876300"/>
                  </a:lnTo>
                  <a:lnTo>
                    <a:pt x="1115897" y="889000"/>
                  </a:lnTo>
                  <a:lnTo>
                    <a:pt x="1119834" y="889000"/>
                  </a:lnTo>
                  <a:lnTo>
                    <a:pt x="1121485" y="876300"/>
                  </a:lnTo>
                  <a:close/>
                </a:path>
                <a:path w="2021840" h="2133600">
                  <a:moveTo>
                    <a:pt x="1202316" y="800100"/>
                  </a:moveTo>
                  <a:lnTo>
                    <a:pt x="1128426" y="800100"/>
                  </a:lnTo>
                  <a:lnTo>
                    <a:pt x="1121612" y="812800"/>
                  </a:lnTo>
                  <a:lnTo>
                    <a:pt x="1090624" y="850900"/>
                  </a:lnTo>
                  <a:lnTo>
                    <a:pt x="1087576" y="850900"/>
                  </a:lnTo>
                  <a:lnTo>
                    <a:pt x="1088338" y="863600"/>
                  </a:lnTo>
                  <a:lnTo>
                    <a:pt x="1094180" y="863600"/>
                  </a:lnTo>
                  <a:lnTo>
                    <a:pt x="1096720" y="876300"/>
                  </a:lnTo>
                  <a:lnTo>
                    <a:pt x="1126438" y="876300"/>
                  </a:lnTo>
                  <a:lnTo>
                    <a:pt x="1159458" y="838200"/>
                  </a:lnTo>
                  <a:lnTo>
                    <a:pt x="1167886" y="825500"/>
                  </a:lnTo>
                  <a:lnTo>
                    <a:pt x="1176397" y="825500"/>
                  </a:lnTo>
                  <a:lnTo>
                    <a:pt x="1184979" y="812800"/>
                  </a:lnTo>
                  <a:lnTo>
                    <a:pt x="1193621" y="812800"/>
                  </a:lnTo>
                  <a:lnTo>
                    <a:pt x="1202316" y="800100"/>
                  </a:lnTo>
                  <a:close/>
                </a:path>
                <a:path w="2021840" h="2133600">
                  <a:moveTo>
                    <a:pt x="987373" y="787400"/>
                  </a:moveTo>
                  <a:lnTo>
                    <a:pt x="965529" y="787400"/>
                  </a:lnTo>
                  <a:lnTo>
                    <a:pt x="968323" y="800100"/>
                  </a:lnTo>
                  <a:lnTo>
                    <a:pt x="985849" y="800100"/>
                  </a:lnTo>
                  <a:lnTo>
                    <a:pt x="987373" y="787400"/>
                  </a:lnTo>
                  <a:close/>
                </a:path>
                <a:path w="2021840" h="2133600">
                  <a:moveTo>
                    <a:pt x="1199780" y="711200"/>
                  </a:moveTo>
                  <a:lnTo>
                    <a:pt x="1147774" y="711200"/>
                  </a:lnTo>
                  <a:lnTo>
                    <a:pt x="1150391" y="723900"/>
                  </a:lnTo>
                  <a:lnTo>
                    <a:pt x="1152140" y="723900"/>
                  </a:lnTo>
                  <a:lnTo>
                    <a:pt x="1153007" y="736600"/>
                  </a:lnTo>
                  <a:lnTo>
                    <a:pt x="1152981" y="749300"/>
                  </a:lnTo>
                  <a:lnTo>
                    <a:pt x="1152072" y="749300"/>
                  </a:lnTo>
                  <a:lnTo>
                    <a:pt x="1150282" y="762000"/>
                  </a:lnTo>
                  <a:lnTo>
                    <a:pt x="1147587" y="774700"/>
                  </a:lnTo>
                  <a:lnTo>
                    <a:pt x="1143964" y="774700"/>
                  </a:lnTo>
                  <a:lnTo>
                    <a:pt x="1139578" y="787400"/>
                  </a:lnTo>
                  <a:lnTo>
                    <a:pt x="1134407" y="800100"/>
                  </a:lnTo>
                  <a:lnTo>
                    <a:pt x="1227784" y="800100"/>
                  </a:lnTo>
                  <a:lnTo>
                    <a:pt x="1236096" y="787400"/>
                  </a:lnTo>
                  <a:lnTo>
                    <a:pt x="1349117" y="787400"/>
                  </a:lnTo>
                  <a:lnTo>
                    <a:pt x="1340177" y="774700"/>
                  </a:lnTo>
                  <a:lnTo>
                    <a:pt x="1329892" y="762000"/>
                  </a:lnTo>
                  <a:lnTo>
                    <a:pt x="1189597" y="762000"/>
                  </a:lnTo>
                  <a:lnTo>
                    <a:pt x="1192954" y="749300"/>
                  </a:lnTo>
                  <a:lnTo>
                    <a:pt x="1195693" y="736600"/>
                  </a:lnTo>
                  <a:lnTo>
                    <a:pt x="1197812" y="736600"/>
                  </a:lnTo>
                  <a:lnTo>
                    <a:pt x="1199165" y="723900"/>
                  </a:lnTo>
                  <a:lnTo>
                    <a:pt x="1199780" y="711200"/>
                  </a:lnTo>
                  <a:close/>
                </a:path>
                <a:path w="2021840" h="2133600">
                  <a:moveTo>
                    <a:pt x="989786" y="774700"/>
                  </a:moveTo>
                  <a:lnTo>
                    <a:pt x="952321" y="774700"/>
                  </a:lnTo>
                  <a:lnTo>
                    <a:pt x="953972" y="787400"/>
                  </a:lnTo>
                  <a:lnTo>
                    <a:pt x="988516" y="787400"/>
                  </a:lnTo>
                  <a:lnTo>
                    <a:pt x="989786" y="774700"/>
                  </a:lnTo>
                  <a:close/>
                </a:path>
                <a:path w="2021840" h="2133600">
                  <a:moveTo>
                    <a:pt x="993977" y="762000"/>
                  </a:moveTo>
                  <a:lnTo>
                    <a:pt x="946098" y="762000"/>
                  </a:lnTo>
                  <a:lnTo>
                    <a:pt x="946352" y="774700"/>
                  </a:lnTo>
                  <a:lnTo>
                    <a:pt x="991564" y="774700"/>
                  </a:lnTo>
                  <a:lnTo>
                    <a:pt x="993977" y="762000"/>
                  </a:lnTo>
                  <a:close/>
                </a:path>
                <a:path w="2021840" h="2133600">
                  <a:moveTo>
                    <a:pt x="998549" y="749300"/>
                  </a:moveTo>
                  <a:lnTo>
                    <a:pt x="948384" y="749300"/>
                  </a:lnTo>
                  <a:lnTo>
                    <a:pt x="946733" y="762000"/>
                  </a:lnTo>
                  <a:lnTo>
                    <a:pt x="996025" y="762000"/>
                  </a:lnTo>
                  <a:lnTo>
                    <a:pt x="998549" y="749300"/>
                  </a:lnTo>
                  <a:close/>
                </a:path>
                <a:path w="2021840" h="2133600">
                  <a:moveTo>
                    <a:pt x="1312969" y="749300"/>
                  </a:moveTo>
                  <a:lnTo>
                    <a:pt x="1202082" y="749300"/>
                  </a:lnTo>
                  <a:lnTo>
                    <a:pt x="1194024" y="762000"/>
                  </a:lnTo>
                  <a:lnTo>
                    <a:pt x="1321609" y="762000"/>
                  </a:lnTo>
                  <a:lnTo>
                    <a:pt x="1312969" y="749300"/>
                  </a:lnTo>
                  <a:close/>
                </a:path>
                <a:path w="2021840" h="2133600">
                  <a:moveTo>
                    <a:pt x="1315795" y="317500"/>
                  </a:moveTo>
                  <a:lnTo>
                    <a:pt x="1296237" y="317500"/>
                  </a:lnTo>
                  <a:lnTo>
                    <a:pt x="1162887" y="482600"/>
                  </a:lnTo>
                  <a:lnTo>
                    <a:pt x="1157680" y="482600"/>
                  </a:lnTo>
                  <a:lnTo>
                    <a:pt x="1157299" y="495300"/>
                  </a:lnTo>
                  <a:lnTo>
                    <a:pt x="1157045" y="495300"/>
                  </a:lnTo>
                  <a:lnTo>
                    <a:pt x="1160093" y="508000"/>
                  </a:lnTo>
                  <a:lnTo>
                    <a:pt x="1166824" y="508000"/>
                  </a:lnTo>
                  <a:lnTo>
                    <a:pt x="1460829" y="762000"/>
                  </a:lnTo>
                  <a:lnTo>
                    <a:pt x="1492579" y="762000"/>
                  </a:lnTo>
                  <a:lnTo>
                    <a:pt x="1544454" y="698500"/>
                  </a:lnTo>
                  <a:lnTo>
                    <a:pt x="1479625" y="698500"/>
                  </a:lnTo>
                  <a:lnTo>
                    <a:pt x="1361642" y="596900"/>
                  </a:lnTo>
                  <a:lnTo>
                    <a:pt x="1385200" y="571500"/>
                  </a:lnTo>
                  <a:lnTo>
                    <a:pt x="1326209" y="571500"/>
                  </a:lnTo>
                  <a:lnTo>
                    <a:pt x="1222704" y="482600"/>
                  </a:lnTo>
                  <a:lnTo>
                    <a:pt x="1332686" y="355600"/>
                  </a:lnTo>
                  <a:lnTo>
                    <a:pt x="1334591" y="355600"/>
                  </a:lnTo>
                  <a:lnTo>
                    <a:pt x="1335099" y="342900"/>
                  </a:lnTo>
                  <a:lnTo>
                    <a:pt x="1331670" y="342900"/>
                  </a:lnTo>
                  <a:lnTo>
                    <a:pt x="1327733" y="330200"/>
                  </a:lnTo>
                  <a:lnTo>
                    <a:pt x="1318843" y="330200"/>
                  </a:lnTo>
                  <a:lnTo>
                    <a:pt x="1315795" y="317500"/>
                  </a:lnTo>
                  <a:close/>
                </a:path>
                <a:path w="2021840" h="2133600">
                  <a:moveTo>
                    <a:pt x="1009145" y="723900"/>
                  </a:moveTo>
                  <a:lnTo>
                    <a:pt x="957020" y="723900"/>
                  </a:lnTo>
                  <a:lnTo>
                    <a:pt x="954188" y="736600"/>
                  </a:lnTo>
                  <a:lnTo>
                    <a:pt x="951797" y="736600"/>
                  </a:lnTo>
                  <a:lnTo>
                    <a:pt x="949858" y="749300"/>
                  </a:lnTo>
                  <a:lnTo>
                    <a:pt x="1001549" y="749300"/>
                  </a:lnTo>
                  <a:lnTo>
                    <a:pt x="1005026" y="736600"/>
                  </a:lnTo>
                  <a:lnTo>
                    <a:pt x="1009145" y="723900"/>
                  </a:lnTo>
                  <a:close/>
                </a:path>
                <a:path w="2021840" h="2133600">
                  <a:moveTo>
                    <a:pt x="1294713" y="736600"/>
                  </a:moveTo>
                  <a:lnTo>
                    <a:pt x="1228520" y="736600"/>
                  </a:lnTo>
                  <a:lnTo>
                    <a:pt x="1219402" y="749300"/>
                  </a:lnTo>
                  <a:lnTo>
                    <a:pt x="1303996" y="749300"/>
                  </a:lnTo>
                  <a:lnTo>
                    <a:pt x="1294713" y="736600"/>
                  </a:lnTo>
                  <a:close/>
                </a:path>
                <a:path w="2021840" h="2133600">
                  <a:moveTo>
                    <a:pt x="1026362" y="698500"/>
                  </a:moveTo>
                  <a:lnTo>
                    <a:pt x="968200" y="698500"/>
                  </a:lnTo>
                  <a:lnTo>
                    <a:pt x="964037" y="711200"/>
                  </a:lnTo>
                  <a:lnTo>
                    <a:pt x="960302" y="723900"/>
                  </a:lnTo>
                  <a:lnTo>
                    <a:pt x="1014075" y="723900"/>
                  </a:lnTo>
                  <a:lnTo>
                    <a:pt x="1019813" y="711200"/>
                  </a:lnTo>
                  <a:lnTo>
                    <a:pt x="1026362" y="698500"/>
                  </a:lnTo>
                  <a:close/>
                </a:path>
                <a:path w="2021840" h="2133600">
                  <a:moveTo>
                    <a:pt x="1197036" y="685800"/>
                  </a:moveTo>
                  <a:lnTo>
                    <a:pt x="1127454" y="685800"/>
                  </a:lnTo>
                  <a:lnTo>
                    <a:pt x="1133951" y="698500"/>
                  </a:lnTo>
                  <a:lnTo>
                    <a:pt x="1139519" y="698500"/>
                  </a:lnTo>
                  <a:lnTo>
                    <a:pt x="1144135" y="711200"/>
                  </a:lnTo>
                  <a:lnTo>
                    <a:pt x="1199634" y="711200"/>
                  </a:lnTo>
                  <a:lnTo>
                    <a:pt x="1198701" y="698500"/>
                  </a:lnTo>
                  <a:lnTo>
                    <a:pt x="1197036" y="685800"/>
                  </a:lnTo>
                  <a:close/>
                </a:path>
                <a:path w="2021840" h="2133600">
                  <a:moveTo>
                    <a:pt x="1039268" y="685800"/>
                  </a:moveTo>
                  <a:lnTo>
                    <a:pt x="977888" y="685800"/>
                  </a:lnTo>
                  <a:lnTo>
                    <a:pt x="972768" y="698500"/>
                  </a:lnTo>
                  <a:lnTo>
                    <a:pt x="1032821" y="698500"/>
                  </a:lnTo>
                  <a:lnTo>
                    <a:pt x="1039268" y="685800"/>
                  </a:lnTo>
                  <a:close/>
                </a:path>
                <a:path w="2021840" h="2133600">
                  <a:moveTo>
                    <a:pt x="1617039" y="571500"/>
                  </a:moveTo>
                  <a:lnTo>
                    <a:pt x="1591131" y="571500"/>
                  </a:lnTo>
                  <a:lnTo>
                    <a:pt x="1479625" y="698500"/>
                  </a:lnTo>
                  <a:lnTo>
                    <a:pt x="1544454" y="698500"/>
                  </a:lnTo>
                  <a:lnTo>
                    <a:pt x="1627453" y="596900"/>
                  </a:lnTo>
                  <a:lnTo>
                    <a:pt x="1628850" y="596900"/>
                  </a:lnTo>
                  <a:lnTo>
                    <a:pt x="1627961" y="584200"/>
                  </a:lnTo>
                  <a:lnTo>
                    <a:pt x="1620087" y="584200"/>
                  </a:lnTo>
                  <a:lnTo>
                    <a:pt x="1617039" y="571500"/>
                  </a:lnTo>
                  <a:close/>
                </a:path>
                <a:path w="2021840" h="2133600">
                  <a:moveTo>
                    <a:pt x="1175968" y="647700"/>
                  </a:moveTo>
                  <a:lnTo>
                    <a:pt x="1006818" y="647700"/>
                  </a:lnTo>
                  <a:lnTo>
                    <a:pt x="996390" y="660400"/>
                  </a:lnTo>
                  <a:lnTo>
                    <a:pt x="989699" y="673100"/>
                  </a:lnTo>
                  <a:lnTo>
                    <a:pt x="983531" y="685800"/>
                  </a:lnTo>
                  <a:lnTo>
                    <a:pt x="1052270" y="685800"/>
                  </a:lnTo>
                  <a:lnTo>
                    <a:pt x="1058747" y="673100"/>
                  </a:lnTo>
                  <a:lnTo>
                    <a:pt x="1191182" y="673100"/>
                  </a:lnTo>
                  <a:lnTo>
                    <a:pt x="1187017" y="660400"/>
                  </a:lnTo>
                  <a:lnTo>
                    <a:pt x="1181969" y="660400"/>
                  </a:lnTo>
                  <a:lnTo>
                    <a:pt x="1175968" y="647700"/>
                  </a:lnTo>
                  <a:close/>
                </a:path>
                <a:path w="2021840" h="2133600">
                  <a:moveTo>
                    <a:pt x="1191182" y="673100"/>
                  </a:moveTo>
                  <a:lnTo>
                    <a:pt x="1115897" y="673100"/>
                  </a:lnTo>
                  <a:lnTo>
                    <a:pt x="1121759" y="685800"/>
                  </a:lnTo>
                  <a:lnTo>
                    <a:pt x="1194526" y="685800"/>
                  </a:lnTo>
                  <a:lnTo>
                    <a:pt x="1191182" y="673100"/>
                  </a:lnTo>
                  <a:close/>
                </a:path>
                <a:path w="2021840" h="2133600">
                  <a:moveTo>
                    <a:pt x="1151846" y="622300"/>
                  </a:moveTo>
                  <a:lnTo>
                    <a:pt x="1038554" y="622300"/>
                  </a:lnTo>
                  <a:lnTo>
                    <a:pt x="1017329" y="647700"/>
                  </a:lnTo>
                  <a:lnTo>
                    <a:pt x="1169015" y="647700"/>
                  </a:lnTo>
                  <a:lnTo>
                    <a:pt x="1161109" y="635000"/>
                  </a:lnTo>
                  <a:lnTo>
                    <a:pt x="1151846" y="622300"/>
                  </a:lnTo>
                  <a:close/>
                </a:path>
                <a:path w="2021840" h="2133600">
                  <a:moveTo>
                    <a:pt x="1122628" y="609600"/>
                  </a:moveTo>
                  <a:lnTo>
                    <a:pt x="1059985" y="609600"/>
                  </a:lnTo>
                  <a:lnTo>
                    <a:pt x="1049293" y="622300"/>
                  </a:lnTo>
                  <a:lnTo>
                    <a:pt x="1132605" y="622300"/>
                  </a:lnTo>
                  <a:lnTo>
                    <a:pt x="1122628" y="609600"/>
                  </a:lnTo>
                  <a:close/>
                </a:path>
                <a:path w="2021840" h="2133600">
                  <a:moveTo>
                    <a:pt x="1440001" y="457200"/>
                  </a:moveTo>
                  <a:lnTo>
                    <a:pt x="1420443" y="457200"/>
                  </a:lnTo>
                  <a:lnTo>
                    <a:pt x="1326209" y="571500"/>
                  </a:lnTo>
                  <a:lnTo>
                    <a:pt x="1385200" y="571500"/>
                  </a:lnTo>
                  <a:lnTo>
                    <a:pt x="1455876" y="495300"/>
                  </a:lnTo>
                  <a:lnTo>
                    <a:pt x="1457019" y="482600"/>
                  </a:lnTo>
                  <a:lnTo>
                    <a:pt x="1455622" y="469900"/>
                  </a:lnTo>
                  <a:lnTo>
                    <a:pt x="1443049" y="469900"/>
                  </a:lnTo>
                  <a:lnTo>
                    <a:pt x="1440001" y="457200"/>
                  </a:lnTo>
                  <a:close/>
                </a:path>
                <a:path w="2021840" h="2133600">
                  <a:moveTo>
                    <a:pt x="1415109" y="190500"/>
                  </a:moveTo>
                  <a:lnTo>
                    <a:pt x="1403171" y="190500"/>
                  </a:lnTo>
                  <a:lnTo>
                    <a:pt x="1400758" y="203200"/>
                  </a:lnTo>
                  <a:lnTo>
                    <a:pt x="1392122" y="203200"/>
                  </a:lnTo>
                  <a:lnTo>
                    <a:pt x="1388566" y="215900"/>
                  </a:lnTo>
                  <a:lnTo>
                    <a:pt x="1380184" y="215900"/>
                  </a:lnTo>
                  <a:lnTo>
                    <a:pt x="1378025" y="228600"/>
                  </a:lnTo>
                  <a:lnTo>
                    <a:pt x="1374850" y="228600"/>
                  </a:lnTo>
                  <a:lnTo>
                    <a:pt x="1375358" y="241300"/>
                  </a:lnTo>
                  <a:lnTo>
                    <a:pt x="1377771" y="241300"/>
                  </a:lnTo>
                  <a:lnTo>
                    <a:pt x="1689302" y="508000"/>
                  </a:lnTo>
                  <a:lnTo>
                    <a:pt x="1710384" y="508000"/>
                  </a:lnTo>
                  <a:lnTo>
                    <a:pt x="1714448" y="495300"/>
                  </a:lnTo>
                  <a:lnTo>
                    <a:pt x="1759570" y="444500"/>
                  </a:lnTo>
                  <a:lnTo>
                    <a:pt x="1700859" y="444500"/>
                  </a:lnTo>
                  <a:lnTo>
                    <a:pt x="1415109" y="190500"/>
                  </a:lnTo>
                  <a:close/>
                </a:path>
                <a:path w="2021840" h="2133600">
                  <a:moveTo>
                    <a:pt x="1578431" y="0"/>
                  </a:moveTo>
                  <a:lnTo>
                    <a:pt x="1564207" y="0"/>
                  </a:lnTo>
                  <a:lnTo>
                    <a:pt x="1561413" y="12700"/>
                  </a:lnTo>
                  <a:lnTo>
                    <a:pt x="1552142" y="12700"/>
                  </a:lnTo>
                  <a:lnTo>
                    <a:pt x="1548459" y="25400"/>
                  </a:lnTo>
                  <a:lnTo>
                    <a:pt x="1543633" y="25400"/>
                  </a:lnTo>
                  <a:lnTo>
                    <a:pt x="1541601" y="38100"/>
                  </a:lnTo>
                  <a:lnTo>
                    <a:pt x="1538680" y="38100"/>
                  </a:lnTo>
                  <a:lnTo>
                    <a:pt x="1539061" y="50800"/>
                  </a:lnTo>
                  <a:lnTo>
                    <a:pt x="1541093" y="50800"/>
                  </a:lnTo>
                  <a:lnTo>
                    <a:pt x="1826843" y="292100"/>
                  </a:lnTo>
                  <a:lnTo>
                    <a:pt x="1700859" y="444500"/>
                  </a:lnTo>
                  <a:lnTo>
                    <a:pt x="1759570" y="444500"/>
                  </a:lnTo>
                  <a:lnTo>
                    <a:pt x="1906218" y="279400"/>
                  </a:lnTo>
                  <a:lnTo>
                    <a:pt x="1988496" y="279400"/>
                  </a:lnTo>
                  <a:lnTo>
                    <a:pt x="1943320" y="241300"/>
                  </a:lnTo>
                  <a:lnTo>
                    <a:pt x="1864181" y="241300"/>
                  </a:lnTo>
                  <a:lnTo>
                    <a:pt x="1578431" y="0"/>
                  </a:lnTo>
                  <a:close/>
                </a:path>
                <a:path w="2021840" h="2133600">
                  <a:moveTo>
                    <a:pt x="1988496" y="279400"/>
                  </a:moveTo>
                  <a:lnTo>
                    <a:pt x="1906218" y="279400"/>
                  </a:lnTo>
                  <a:lnTo>
                    <a:pt x="1986482" y="342900"/>
                  </a:lnTo>
                  <a:lnTo>
                    <a:pt x="2001595" y="342900"/>
                  </a:lnTo>
                  <a:lnTo>
                    <a:pt x="2004008" y="330200"/>
                  </a:lnTo>
                  <a:lnTo>
                    <a:pt x="2013025" y="330200"/>
                  </a:lnTo>
                  <a:lnTo>
                    <a:pt x="2015565" y="317500"/>
                  </a:lnTo>
                  <a:lnTo>
                    <a:pt x="2021407" y="317500"/>
                  </a:lnTo>
                  <a:lnTo>
                    <a:pt x="2021534" y="304800"/>
                  </a:lnTo>
                  <a:lnTo>
                    <a:pt x="2018613" y="304800"/>
                  </a:lnTo>
                  <a:lnTo>
                    <a:pt x="1988496" y="279400"/>
                  </a:lnTo>
                  <a:close/>
                </a:path>
                <a:path w="2021840" h="2133600">
                  <a:moveTo>
                    <a:pt x="1904948" y="203200"/>
                  </a:moveTo>
                  <a:lnTo>
                    <a:pt x="1898598" y="203200"/>
                  </a:lnTo>
                  <a:lnTo>
                    <a:pt x="1895550" y="215900"/>
                  </a:lnTo>
                  <a:lnTo>
                    <a:pt x="1864181" y="241300"/>
                  </a:lnTo>
                  <a:lnTo>
                    <a:pt x="1943320" y="241300"/>
                  </a:lnTo>
                  <a:lnTo>
                    <a:pt x="1913203" y="215900"/>
                  </a:lnTo>
                  <a:lnTo>
                    <a:pt x="1908758" y="215900"/>
                  </a:lnTo>
                  <a:lnTo>
                    <a:pt x="1904948" y="20320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505825" y="2352675"/>
            <a:ext cx="2409825" cy="3400425"/>
            <a:chOff x="8505825" y="2352675"/>
            <a:chExt cx="2409825" cy="340042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5825" y="2352675"/>
              <a:ext cx="2409825" cy="34004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745632" y="2821686"/>
              <a:ext cx="2021839" cy="2133600"/>
            </a:xfrm>
            <a:custGeom>
              <a:avLst/>
              <a:gdLst/>
              <a:ahLst/>
              <a:cxnLst/>
              <a:rect l="l" t="t" r="r" b="b"/>
              <a:pathLst>
                <a:path w="2021840" h="2133600">
                  <a:moveTo>
                    <a:pt x="262096" y="1714500"/>
                  </a:moveTo>
                  <a:lnTo>
                    <a:pt x="116935" y="1714500"/>
                  </a:lnTo>
                  <a:lnTo>
                    <a:pt x="100149" y="1727200"/>
                  </a:lnTo>
                  <a:lnTo>
                    <a:pt x="83708" y="1739900"/>
                  </a:lnTo>
                  <a:lnTo>
                    <a:pt x="67625" y="1752600"/>
                  </a:lnTo>
                  <a:lnTo>
                    <a:pt x="51911" y="1778000"/>
                  </a:lnTo>
                  <a:lnTo>
                    <a:pt x="37076" y="1790700"/>
                  </a:lnTo>
                  <a:lnTo>
                    <a:pt x="24764" y="1803400"/>
                  </a:lnTo>
                  <a:lnTo>
                    <a:pt x="14978" y="1828800"/>
                  </a:lnTo>
                  <a:lnTo>
                    <a:pt x="7715" y="1854200"/>
                  </a:lnTo>
                  <a:lnTo>
                    <a:pt x="2857" y="1866900"/>
                  </a:lnTo>
                  <a:lnTo>
                    <a:pt x="285" y="1892300"/>
                  </a:lnTo>
                  <a:lnTo>
                    <a:pt x="0" y="1905000"/>
                  </a:lnTo>
                  <a:lnTo>
                    <a:pt x="2000" y="1930400"/>
                  </a:lnTo>
                  <a:lnTo>
                    <a:pt x="6165" y="1943100"/>
                  </a:lnTo>
                  <a:lnTo>
                    <a:pt x="12557" y="1955800"/>
                  </a:lnTo>
                  <a:lnTo>
                    <a:pt x="21163" y="1981200"/>
                  </a:lnTo>
                  <a:lnTo>
                    <a:pt x="31972" y="1993900"/>
                  </a:lnTo>
                  <a:lnTo>
                    <a:pt x="44830" y="2019300"/>
                  </a:lnTo>
                  <a:lnTo>
                    <a:pt x="59594" y="2032000"/>
                  </a:lnTo>
                  <a:lnTo>
                    <a:pt x="76263" y="2057400"/>
                  </a:lnTo>
                  <a:lnTo>
                    <a:pt x="94837" y="2070100"/>
                  </a:lnTo>
                  <a:lnTo>
                    <a:pt x="115099" y="2082800"/>
                  </a:lnTo>
                  <a:lnTo>
                    <a:pt x="154862" y="2108200"/>
                  </a:lnTo>
                  <a:lnTo>
                    <a:pt x="193530" y="2133600"/>
                  </a:lnTo>
                  <a:lnTo>
                    <a:pt x="302561" y="2133600"/>
                  </a:lnTo>
                  <a:lnTo>
                    <a:pt x="336732" y="2108200"/>
                  </a:lnTo>
                  <a:lnTo>
                    <a:pt x="353377" y="2095500"/>
                  </a:lnTo>
                  <a:lnTo>
                    <a:pt x="369689" y="2082800"/>
                  </a:lnTo>
                  <a:lnTo>
                    <a:pt x="231163" y="2082800"/>
                  </a:lnTo>
                  <a:lnTo>
                    <a:pt x="217233" y="2070100"/>
                  </a:lnTo>
                  <a:lnTo>
                    <a:pt x="203160" y="2070100"/>
                  </a:lnTo>
                  <a:lnTo>
                    <a:pt x="188944" y="2057400"/>
                  </a:lnTo>
                  <a:lnTo>
                    <a:pt x="174630" y="2057400"/>
                  </a:lnTo>
                  <a:lnTo>
                    <a:pt x="131286" y="2019300"/>
                  </a:lnTo>
                  <a:lnTo>
                    <a:pt x="95817" y="1981200"/>
                  </a:lnTo>
                  <a:lnTo>
                    <a:pt x="69230" y="1943100"/>
                  </a:lnTo>
                  <a:lnTo>
                    <a:pt x="55812" y="1905000"/>
                  </a:lnTo>
                  <a:lnTo>
                    <a:pt x="54546" y="1892300"/>
                  </a:lnTo>
                  <a:lnTo>
                    <a:pt x="54947" y="1879600"/>
                  </a:lnTo>
                  <a:lnTo>
                    <a:pt x="56991" y="1866900"/>
                  </a:lnTo>
                  <a:lnTo>
                    <a:pt x="61015" y="1854200"/>
                  </a:lnTo>
                  <a:lnTo>
                    <a:pt x="67373" y="1828800"/>
                  </a:lnTo>
                  <a:lnTo>
                    <a:pt x="76065" y="1816100"/>
                  </a:lnTo>
                  <a:lnTo>
                    <a:pt x="87090" y="1803400"/>
                  </a:lnTo>
                  <a:lnTo>
                    <a:pt x="99401" y="1790700"/>
                  </a:lnTo>
                  <a:lnTo>
                    <a:pt x="111950" y="1778000"/>
                  </a:lnTo>
                  <a:lnTo>
                    <a:pt x="124737" y="1778000"/>
                  </a:lnTo>
                  <a:lnTo>
                    <a:pt x="137763" y="1765300"/>
                  </a:lnTo>
                  <a:lnTo>
                    <a:pt x="164528" y="1765300"/>
                  </a:lnTo>
                  <a:lnTo>
                    <a:pt x="178125" y="1752600"/>
                  </a:lnTo>
                  <a:lnTo>
                    <a:pt x="320675" y="1752600"/>
                  </a:lnTo>
                  <a:lnTo>
                    <a:pt x="262096" y="1714500"/>
                  </a:lnTo>
                  <a:close/>
                </a:path>
                <a:path w="2021840" h="2133600">
                  <a:moveTo>
                    <a:pt x="320675" y="1752600"/>
                  </a:moveTo>
                  <a:lnTo>
                    <a:pt x="178125" y="1752600"/>
                  </a:lnTo>
                  <a:lnTo>
                    <a:pt x="191865" y="1765300"/>
                  </a:lnTo>
                  <a:lnTo>
                    <a:pt x="219614" y="1765300"/>
                  </a:lnTo>
                  <a:lnTo>
                    <a:pt x="233620" y="1778000"/>
                  </a:lnTo>
                  <a:lnTo>
                    <a:pt x="247745" y="1778000"/>
                  </a:lnTo>
                  <a:lnTo>
                    <a:pt x="261842" y="1790700"/>
                  </a:lnTo>
                  <a:lnTo>
                    <a:pt x="275939" y="1790700"/>
                  </a:lnTo>
                  <a:lnTo>
                    <a:pt x="317037" y="1828800"/>
                  </a:lnTo>
                  <a:lnTo>
                    <a:pt x="350488" y="1866900"/>
                  </a:lnTo>
                  <a:lnTo>
                    <a:pt x="373330" y="1905000"/>
                  </a:lnTo>
                  <a:lnTo>
                    <a:pt x="382587" y="1943100"/>
                  </a:lnTo>
                  <a:lnTo>
                    <a:pt x="382226" y="1955800"/>
                  </a:lnTo>
                  <a:lnTo>
                    <a:pt x="375959" y="1993900"/>
                  </a:lnTo>
                  <a:lnTo>
                    <a:pt x="349599" y="2032000"/>
                  </a:lnTo>
                  <a:lnTo>
                    <a:pt x="311648" y="2070100"/>
                  </a:lnTo>
                  <a:lnTo>
                    <a:pt x="298672" y="2070100"/>
                  </a:lnTo>
                  <a:lnTo>
                    <a:pt x="285474" y="2082800"/>
                  </a:lnTo>
                  <a:lnTo>
                    <a:pt x="369689" y="2082800"/>
                  </a:lnTo>
                  <a:lnTo>
                    <a:pt x="385667" y="2070100"/>
                  </a:lnTo>
                  <a:lnTo>
                    <a:pt x="400502" y="2044700"/>
                  </a:lnTo>
                  <a:lnTo>
                    <a:pt x="412813" y="2032000"/>
                  </a:lnTo>
                  <a:lnTo>
                    <a:pt x="422600" y="2006600"/>
                  </a:lnTo>
                  <a:lnTo>
                    <a:pt x="429863" y="1993900"/>
                  </a:lnTo>
                  <a:lnTo>
                    <a:pt x="434699" y="1968500"/>
                  </a:lnTo>
                  <a:lnTo>
                    <a:pt x="437213" y="1955800"/>
                  </a:lnTo>
                  <a:lnTo>
                    <a:pt x="437417" y="1930400"/>
                  </a:lnTo>
                  <a:lnTo>
                    <a:pt x="435324" y="1917700"/>
                  </a:lnTo>
                  <a:lnTo>
                    <a:pt x="430914" y="1892300"/>
                  </a:lnTo>
                  <a:lnTo>
                    <a:pt x="424338" y="1879600"/>
                  </a:lnTo>
                  <a:lnTo>
                    <a:pt x="415571" y="1854200"/>
                  </a:lnTo>
                  <a:lnTo>
                    <a:pt x="404590" y="1841500"/>
                  </a:lnTo>
                  <a:lnTo>
                    <a:pt x="391588" y="1816100"/>
                  </a:lnTo>
                  <a:lnTo>
                    <a:pt x="376586" y="1803400"/>
                  </a:lnTo>
                  <a:lnTo>
                    <a:pt x="359584" y="1790700"/>
                  </a:lnTo>
                  <a:lnTo>
                    <a:pt x="340582" y="1765300"/>
                  </a:lnTo>
                  <a:lnTo>
                    <a:pt x="320675" y="1752600"/>
                  </a:lnTo>
                  <a:close/>
                </a:path>
                <a:path w="2021840" h="2133600">
                  <a:moveTo>
                    <a:pt x="423259" y="1371600"/>
                  </a:moveTo>
                  <a:lnTo>
                    <a:pt x="400272" y="1371600"/>
                  </a:lnTo>
                  <a:lnTo>
                    <a:pt x="254476" y="1549400"/>
                  </a:lnTo>
                  <a:lnTo>
                    <a:pt x="249396" y="1549400"/>
                  </a:lnTo>
                  <a:lnTo>
                    <a:pt x="248888" y="1562100"/>
                  </a:lnTo>
                  <a:lnTo>
                    <a:pt x="252063" y="1574800"/>
                  </a:lnTo>
                  <a:lnTo>
                    <a:pt x="258667" y="1574800"/>
                  </a:lnTo>
                  <a:lnTo>
                    <a:pt x="552545" y="1828800"/>
                  </a:lnTo>
                  <a:lnTo>
                    <a:pt x="584549" y="1828800"/>
                  </a:lnTo>
                  <a:lnTo>
                    <a:pt x="632899" y="1765300"/>
                  </a:lnTo>
                  <a:lnTo>
                    <a:pt x="572103" y="1765300"/>
                  </a:lnTo>
                  <a:lnTo>
                    <a:pt x="453358" y="1663700"/>
                  </a:lnTo>
                  <a:lnTo>
                    <a:pt x="476789" y="1638300"/>
                  </a:lnTo>
                  <a:lnTo>
                    <a:pt x="418179" y="1638300"/>
                  </a:lnTo>
                  <a:lnTo>
                    <a:pt x="314928" y="1549400"/>
                  </a:lnTo>
                  <a:lnTo>
                    <a:pt x="437483" y="1409700"/>
                  </a:lnTo>
                  <a:lnTo>
                    <a:pt x="438753" y="1397000"/>
                  </a:lnTo>
                  <a:lnTo>
                    <a:pt x="437991" y="1397000"/>
                  </a:lnTo>
                  <a:lnTo>
                    <a:pt x="436467" y="1384300"/>
                  </a:lnTo>
                  <a:lnTo>
                    <a:pt x="426688" y="1384300"/>
                  </a:lnTo>
                  <a:lnTo>
                    <a:pt x="423259" y="1371600"/>
                  </a:lnTo>
                  <a:close/>
                </a:path>
                <a:path w="2021840" h="2133600">
                  <a:moveTo>
                    <a:pt x="682559" y="1562100"/>
                  </a:moveTo>
                  <a:lnTo>
                    <a:pt x="571257" y="1562100"/>
                  </a:lnTo>
                  <a:lnTo>
                    <a:pt x="578643" y="1574800"/>
                  </a:lnTo>
                  <a:lnTo>
                    <a:pt x="607901" y="1574800"/>
                  </a:lnTo>
                  <a:lnTo>
                    <a:pt x="614959" y="1587500"/>
                  </a:lnTo>
                  <a:lnTo>
                    <a:pt x="621887" y="1587500"/>
                  </a:lnTo>
                  <a:lnTo>
                    <a:pt x="628411" y="1600200"/>
                  </a:lnTo>
                  <a:lnTo>
                    <a:pt x="634079" y="1600200"/>
                  </a:lnTo>
                  <a:lnTo>
                    <a:pt x="638889" y="1612900"/>
                  </a:lnTo>
                  <a:lnTo>
                    <a:pt x="642842" y="1612900"/>
                  </a:lnTo>
                  <a:lnTo>
                    <a:pt x="646037" y="1625600"/>
                  </a:lnTo>
                  <a:lnTo>
                    <a:pt x="648398" y="1625600"/>
                  </a:lnTo>
                  <a:lnTo>
                    <a:pt x="649950" y="1638300"/>
                  </a:lnTo>
                  <a:lnTo>
                    <a:pt x="650716" y="1638300"/>
                  </a:lnTo>
                  <a:lnTo>
                    <a:pt x="650601" y="1651000"/>
                  </a:lnTo>
                  <a:lnTo>
                    <a:pt x="649509" y="1663700"/>
                  </a:lnTo>
                  <a:lnTo>
                    <a:pt x="647465" y="1663700"/>
                  </a:lnTo>
                  <a:lnTo>
                    <a:pt x="644493" y="1676400"/>
                  </a:lnTo>
                  <a:lnTo>
                    <a:pt x="640326" y="1676400"/>
                  </a:lnTo>
                  <a:lnTo>
                    <a:pt x="634873" y="1689100"/>
                  </a:lnTo>
                  <a:lnTo>
                    <a:pt x="628134" y="1701800"/>
                  </a:lnTo>
                  <a:lnTo>
                    <a:pt x="620109" y="1714500"/>
                  </a:lnTo>
                  <a:lnTo>
                    <a:pt x="572103" y="1765300"/>
                  </a:lnTo>
                  <a:lnTo>
                    <a:pt x="632899" y="1765300"/>
                  </a:lnTo>
                  <a:lnTo>
                    <a:pt x="652240" y="1739900"/>
                  </a:lnTo>
                  <a:lnTo>
                    <a:pt x="667166" y="1727200"/>
                  </a:lnTo>
                  <a:lnTo>
                    <a:pt x="679354" y="1714500"/>
                  </a:lnTo>
                  <a:lnTo>
                    <a:pt x="688780" y="1689100"/>
                  </a:lnTo>
                  <a:lnTo>
                    <a:pt x="695420" y="1676400"/>
                  </a:lnTo>
                  <a:lnTo>
                    <a:pt x="699946" y="1663700"/>
                  </a:lnTo>
                  <a:lnTo>
                    <a:pt x="702865" y="1651000"/>
                  </a:lnTo>
                  <a:lnTo>
                    <a:pt x="704189" y="1638300"/>
                  </a:lnTo>
                  <a:lnTo>
                    <a:pt x="703929" y="1625600"/>
                  </a:lnTo>
                  <a:lnTo>
                    <a:pt x="702236" y="1612900"/>
                  </a:lnTo>
                  <a:lnTo>
                    <a:pt x="699246" y="1600200"/>
                  </a:lnTo>
                  <a:lnTo>
                    <a:pt x="694945" y="1587500"/>
                  </a:lnTo>
                  <a:lnTo>
                    <a:pt x="689324" y="1574800"/>
                  </a:lnTo>
                  <a:lnTo>
                    <a:pt x="682559" y="1562100"/>
                  </a:lnTo>
                  <a:close/>
                </a:path>
                <a:path w="2021840" h="2133600">
                  <a:moveTo>
                    <a:pt x="224170" y="1701800"/>
                  </a:moveTo>
                  <a:lnTo>
                    <a:pt x="151542" y="1701800"/>
                  </a:lnTo>
                  <a:lnTo>
                    <a:pt x="134108" y="1714500"/>
                  </a:lnTo>
                  <a:lnTo>
                    <a:pt x="242996" y="1714500"/>
                  </a:lnTo>
                  <a:lnTo>
                    <a:pt x="224170" y="1701800"/>
                  </a:lnTo>
                  <a:close/>
                </a:path>
                <a:path w="2021840" h="2133600">
                  <a:moveTo>
                    <a:pt x="636127" y="1524000"/>
                  </a:moveTo>
                  <a:lnTo>
                    <a:pt x="519652" y="1524000"/>
                  </a:lnTo>
                  <a:lnTo>
                    <a:pt x="507672" y="1536700"/>
                  </a:lnTo>
                  <a:lnTo>
                    <a:pt x="495347" y="1549400"/>
                  </a:lnTo>
                  <a:lnTo>
                    <a:pt x="482665" y="1562100"/>
                  </a:lnTo>
                  <a:lnTo>
                    <a:pt x="469614" y="1574800"/>
                  </a:lnTo>
                  <a:lnTo>
                    <a:pt x="418179" y="1638300"/>
                  </a:lnTo>
                  <a:lnTo>
                    <a:pt x="476789" y="1638300"/>
                  </a:lnTo>
                  <a:lnTo>
                    <a:pt x="500221" y="1612900"/>
                  </a:lnTo>
                  <a:lnTo>
                    <a:pt x="509174" y="1600200"/>
                  </a:lnTo>
                  <a:lnTo>
                    <a:pt x="517747" y="1587500"/>
                  </a:lnTo>
                  <a:lnTo>
                    <a:pt x="525938" y="1587500"/>
                  </a:lnTo>
                  <a:lnTo>
                    <a:pt x="533749" y="1574800"/>
                  </a:lnTo>
                  <a:lnTo>
                    <a:pt x="563848" y="1574800"/>
                  </a:lnTo>
                  <a:lnTo>
                    <a:pt x="571257" y="1562100"/>
                  </a:lnTo>
                  <a:lnTo>
                    <a:pt x="675020" y="1562100"/>
                  </a:lnTo>
                  <a:lnTo>
                    <a:pt x="666696" y="1549400"/>
                  </a:lnTo>
                  <a:lnTo>
                    <a:pt x="657574" y="1536700"/>
                  </a:lnTo>
                  <a:lnTo>
                    <a:pt x="646975" y="1536700"/>
                  </a:lnTo>
                  <a:lnTo>
                    <a:pt x="636127" y="1524000"/>
                  </a:lnTo>
                  <a:close/>
                </a:path>
                <a:path w="2021840" h="2133600">
                  <a:moveTo>
                    <a:pt x="625123" y="1193800"/>
                  </a:moveTo>
                  <a:lnTo>
                    <a:pt x="550386" y="1193800"/>
                  </a:lnTo>
                  <a:lnTo>
                    <a:pt x="490188" y="1270000"/>
                  </a:lnTo>
                  <a:lnTo>
                    <a:pt x="486378" y="1270000"/>
                  </a:lnTo>
                  <a:lnTo>
                    <a:pt x="484473" y="1282700"/>
                  </a:lnTo>
                  <a:lnTo>
                    <a:pt x="484092" y="1295400"/>
                  </a:lnTo>
                  <a:lnTo>
                    <a:pt x="494252" y="1295400"/>
                  </a:lnTo>
                  <a:lnTo>
                    <a:pt x="798544" y="1562100"/>
                  </a:lnTo>
                  <a:lnTo>
                    <a:pt x="812895" y="1562100"/>
                  </a:lnTo>
                  <a:lnTo>
                    <a:pt x="818483" y="1549400"/>
                  </a:lnTo>
                  <a:lnTo>
                    <a:pt x="825341" y="1549400"/>
                  </a:lnTo>
                  <a:lnTo>
                    <a:pt x="829024" y="1536700"/>
                  </a:lnTo>
                  <a:lnTo>
                    <a:pt x="835755" y="1536700"/>
                  </a:lnTo>
                  <a:lnTo>
                    <a:pt x="837152" y="1524000"/>
                  </a:lnTo>
                  <a:lnTo>
                    <a:pt x="838168" y="1524000"/>
                  </a:lnTo>
                  <a:lnTo>
                    <a:pt x="837279" y="1511300"/>
                  </a:lnTo>
                  <a:lnTo>
                    <a:pt x="835882" y="1511300"/>
                  </a:lnTo>
                  <a:lnTo>
                    <a:pt x="717137" y="1409700"/>
                  </a:lnTo>
                  <a:lnTo>
                    <a:pt x="738473" y="1384300"/>
                  </a:lnTo>
                  <a:lnTo>
                    <a:pt x="681196" y="1384300"/>
                  </a:lnTo>
                  <a:lnTo>
                    <a:pt x="548989" y="1270000"/>
                  </a:lnTo>
                  <a:lnTo>
                    <a:pt x="583533" y="1231900"/>
                  </a:lnTo>
                  <a:lnTo>
                    <a:pt x="588440" y="1231900"/>
                  </a:lnTo>
                  <a:lnTo>
                    <a:pt x="593645" y="1219200"/>
                  </a:lnTo>
                  <a:lnTo>
                    <a:pt x="599160" y="1219200"/>
                  </a:lnTo>
                  <a:lnTo>
                    <a:pt x="604996" y="1206500"/>
                  </a:lnTo>
                  <a:lnTo>
                    <a:pt x="617870" y="1206500"/>
                  </a:lnTo>
                  <a:lnTo>
                    <a:pt x="625123" y="1193800"/>
                  </a:lnTo>
                  <a:close/>
                </a:path>
                <a:path w="2021840" h="2133600">
                  <a:moveTo>
                    <a:pt x="613632" y="1511300"/>
                  </a:moveTo>
                  <a:lnTo>
                    <a:pt x="555031" y="1511300"/>
                  </a:lnTo>
                  <a:lnTo>
                    <a:pt x="543226" y="1524000"/>
                  </a:lnTo>
                  <a:lnTo>
                    <a:pt x="625016" y="1524000"/>
                  </a:lnTo>
                  <a:lnTo>
                    <a:pt x="613632" y="1511300"/>
                  </a:lnTo>
                  <a:close/>
                </a:path>
                <a:path w="2021840" h="2133600">
                  <a:moveTo>
                    <a:pt x="766492" y="1181100"/>
                  </a:moveTo>
                  <a:lnTo>
                    <a:pt x="559530" y="1181100"/>
                  </a:lnTo>
                  <a:lnTo>
                    <a:pt x="554958" y="1193800"/>
                  </a:lnTo>
                  <a:lnTo>
                    <a:pt x="688879" y="1193800"/>
                  </a:lnTo>
                  <a:lnTo>
                    <a:pt x="708882" y="1219200"/>
                  </a:lnTo>
                  <a:lnTo>
                    <a:pt x="715928" y="1219200"/>
                  </a:lnTo>
                  <a:lnTo>
                    <a:pt x="722201" y="1231900"/>
                  </a:lnTo>
                  <a:lnTo>
                    <a:pt x="727688" y="1231900"/>
                  </a:lnTo>
                  <a:lnTo>
                    <a:pt x="732377" y="1244600"/>
                  </a:lnTo>
                  <a:lnTo>
                    <a:pt x="736304" y="1244600"/>
                  </a:lnTo>
                  <a:lnTo>
                    <a:pt x="739314" y="1257300"/>
                  </a:lnTo>
                  <a:lnTo>
                    <a:pt x="741396" y="1270000"/>
                  </a:lnTo>
                  <a:lnTo>
                    <a:pt x="742537" y="1270000"/>
                  </a:lnTo>
                  <a:lnTo>
                    <a:pt x="742822" y="1282700"/>
                  </a:lnTo>
                  <a:lnTo>
                    <a:pt x="742156" y="1295400"/>
                  </a:lnTo>
                  <a:lnTo>
                    <a:pt x="740536" y="1295400"/>
                  </a:lnTo>
                  <a:lnTo>
                    <a:pt x="737965" y="1308100"/>
                  </a:lnTo>
                  <a:lnTo>
                    <a:pt x="734228" y="1320800"/>
                  </a:lnTo>
                  <a:lnTo>
                    <a:pt x="729122" y="1320800"/>
                  </a:lnTo>
                  <a:lnTo>
                    <a:pt x="722659" y="1333500"/>
                  </a:lnTo>
                  <a:lnTo>
                    <a:pt x="714851" y="1346200"/>
                  </a:lnTo>
                  <a:lnTo>
                    <a:pt x="681196" y="1384300"/>
                  </a:lnTo>
                  <a:lnTo>
                    <a:pt x="738473" y="1384300"/>
                  </a:lnTo>
                  <a:lnTo>
                    <a:pt x="749141" y="1371600"/>
                  </a:lnTo>
                  <a:lnTo>
                    <a:pt x="761188" y="1358900"/>
                  </a:lnTo>
                  <a:lnTo>
                    <a:pt x="771413" y="1346200"/>
                  </a:lnTo>
                  <a:lnTo>
                    <a:pt x="791116" y="1308100"/>
                  </a:lnTo>
                  <a:lnTo>
                    <a:pt x="796385" y="1257300"/>
                  </a:lnTo>
                  <a:lnTo>
                    <a:pt x="795075" y="1244600"/>
                  </a:lnTo>
                  <a:lnTo>
                    <a:pt x="792289" y="1231900"/>
                  </a:lnTo>
                  <a:lnTo>
                    <a:pt x="788027" y="1219200"/>
                  </a:lnTo>
                  <a:lnTo>
                    <a:pt x="782288" y="1206500"/>
                  </a:lnTo>
                  <a:lnTo>
                    <a:pt x="775146" y="1193800"/>
                  </a:lnTo>
                  <a:lnTo>
                    <a:pt x="766492" y="1181100"/>
                  </a:lnTo>
                  <a:close/>
                </a:path>
                <a:path w="2021840" h="2133600">
                  <a:moveTo>
                    <a:pt x="818610" y="965200"/>
                  </a:moveTo>
                  <a:lnTo>
                    <a:pt x="759555" y="965200"/>
                  </a:lnTo>
                  <a:lnTo>
                    <a:pt x="974185" y="1346200"/>
                  </a:lnTo>
                  <a:lnTo>
                    <a:pt x="996791" y="1346200"/>
                  </a:lnTo>
                  <a:lnTo>
                    <a:pt x="1000474" y="1333500"/>
                  </a:lnTo>
                  <a:lnTo>
                    <a:pt x="1008729" y="1333500"/>
                  </a:lnTo>
                  <a:lnTo>
                    <a:pt x="1011777" y="1320800"/>
                  </a:lnTo>
                  <a:lnTo>
                    <a:pt x="1018254" y="1320800"/>
                  </a:lnTo>
                  <a:lnTo>
                    <a:pt x="1018762" y="1308100"/>
                  </a:lnTo>
                  <a:lnTo>
                    <a:pt x="1016349" y="1308100"/>
                  </a:lnTo>
                  <a:lnTo>
                    <a:pt x="960088" y="1206500"/>
                  </a:lnTo>
                  <a:lnTo>
                    <a:pt x="991953" y="1168400"/>
                  </a:lnTo>
                  <a:lnTo>
                    <a:pt x="934561" y="1168400"/>
                  </a:lnTo>
                  <a:lnTo>
                    <a:pt x="818610" y="965200"/>
                  </a:lnTo>
                  <a:close/>
                </a:path>
                <a:path w="2021840" h="2133600">
                  <a:moveTo>
                    <a:pt x="735290" y="1155700"/>
                  </a:moveTo>
                  <a:lnTo>
                    <a:pt x="592296" y="1155700"/>
                  </a:lnTo>
                  <a:lnTo>
                    <a:pt x="585462" y="1168400"/>
                  </a:lnTo>
                  <a:lnTo>
                    <a:pt x="573651" y="1168400"/>
                  </a:lnTo>
                  <a:lnTo>
                    <a:pt x="568674" y="1181100"/>
                  </a:lnTo>
                  <a:lnTo>
                    <a:pt x="756338" y="1181100"/>
                  </a:lnTo>
                  <a:lnTo>
                    <a:pt x="744696" y="1168400"/>
                  </a:lnTo>
                  <a:lnTo>
                    <a:pt x="735290" y="1155700"/>
                  </a:lnTo>
                  <a:close/>
                </a:path>
                <a:path w="2021840" h="2133600">
                  <a:moveTo>
                    <a:pt x="807180" y="901700"/>
                  </a:moveTo>
                  <a:lnTo>
                    <a:pt x="800195" y="901700"/>
                  </a:lnTo>
                  <a:lnTo>
                    <a:pt x="797782" y="914400"/>
                  </a:lnTo>
                  <a:lnTo>
                    <a:pt x="786479" y="914400"/>
                  </a:lnTo>
                  <a:lnTo>
                    <a:pt x="783177" y="927100"/>
                  </a:lnTo>
                  <a:lnTo>
                    <a:pt x="774541" y="927100"/>
                  </a:lnTo>
                  <a:lnTo>
                    <a:pt x="770223" y="939800"/>
                  </a:lnTo>
                  <a:lnTo>
                    <a:pt x="764127" y="939800"/>
                  </a:lnTo>
                  <a:lnTo>
                    <a:pt x="761587" y="952500"/>
                  </a:lnTo>
                  <a:lnTo>
                    <a:pt x="757015" y="952500"/>
                  </a:lnTo>
                  <a:lnTo>
                    <a:pt x="757523" y="965200"/>
                  </a:lnTo>
                  <a:lnTo>
                    <a:pt x="818864" y="965200"/>
                  </a:lnTo>
                  <a:lnTo>
                    <a:pt x="1032351" y="1054100"/>
                  </a:lnTo>
                  <a:lnTo>
                    <a:pt x="934561" y="1168400"/>
                  </a:lnTo>
                  <a:lnTo>
                    <a:pt x="991953" y="1168400"/>
                  </a:lnTo>
                  <a:lnTo>
                    <a:pt x="1076928" y="1066800"/>
                  </a:lnTo>
                  <a:lnTo>
                    <a:pt x="1215104" y="1066800"/>
                  </a:lnTo>
                  <a:lnTo>
                    <a:pt x="1210151" y="1054100"/>
                  </a:lnTo>
                  <a:lnTo>
                    <a:pt x="809593" y="914400"/>
                  </a:lnTo>
                  <a:lnTo>
                    <a:pt x="807180" y="901700"/>
                  </a:lnTo>
                  <a:close/>
                </a:path>
                <a:path w="2021840" h="2133600">
                  <a:moveTo>
                    <a:pt x="716049" y="1143000"/>
                  </a:moveTo>
                  <a:lnTo>
                    <a:pt x="608012" y="1143000"/>
                  </a:lnTo>
                  <a:lnTo>
                    <a:pt x="599797" y="1155700"/>
                  </a:lnTo>
                  <a:lnTo>
                    <a:pt x="725741" y="1155700"/>
                  </a:lnTo>
                  <a:lnTo>
                    <a:pt x="716049" y="1143000"/>
                  </a:lnTo>
                  <a:close/>
                </a:path>
                <a:path w="2021840" h="2133600">
                  <a:moveTo>
                    <a:pt x="686323" y="1130300"/>
                  </a:moveTo>
                  <a:lnTo>
                    <a:pt x="636494" y="1130300"/>
                  </a:lnTo>
                  <a:lnTo>
                    <a:pt x="626586" y="1143000"/>
                  </a:lnTo>
                  <a:lnTo>
                    <a:pt x="696287" y="1143000"/>
                  </a:lnTo>
                  <a:lnTo>
                    <a:pt x="686323" y="1130300"/>
                  </a:lnTo>
                  <a:close/>
                </a:path>
                <a:path w="2021840" h="2133600">
                  <a:moveTo>
                    <a:pt x="1224756" y="1066800"/>
                  </a:moveTo>
                  <a:lnTo>
                    <a:pt x="1076928" y="1066800"/>
                  </a:lnTo>
                  <a:lnTo>
                    <a:pt x="1181322" y="1117600"/>
                  </a:lnTo>
                  <a:lnTo>
                    <a:pt x="1190593" y="1117600"/>
                  </a:lnTo>
                  <a:lnTo>
                    <a:pt x="1192498" y="1104900"/>
                  </a:lnTo>
                  <a:lnTo>
                    <a:pt x="1202785" y="1104900"/>
                  </a:lnTo>
                  <a:lnTo>
                    <a:pt x="1206468" y="1092200"/>
                  </a:lnTo>
                  <a:lnTo>
                    <a:pt x="1215485" y="1092200"/>
                  </a:lnTo>
                  <a:lnTo>
                    <a:pt x="1218914" y="1079500"/>
                  </a:lnTo>
                  <a:lnTo>
                    <a:pt x="1224756" y="1079500"/>
                  </a:lnTo>
                  <a:lnTo>
                    <a:pt x="1224756" y="1066800"/>
                  </a:lnTo>
                  <a:close/>
                </a:path>
                <a:path w="2021840" h="2133600">
                  <a:moveTo>
                    <a:pt x="1254347" y="1016000"/>
                  </a:moveTo>
                  <a:lnTo>
                    <a:pt x="1219803" y="1016000"/>
                  </a:lnTo>
                  <a:lnTo>
                    <a:pt x="1224756" y="1028700"/>
                  </a:lnTo>
                  <a:lnTo>
                    <a:pt x="1243933" y="1028700"/>
                  </a:lnTo>
                  <a:lnTo>
                    <a:pt x="1254347" y="1016000"/>
                  </a:lnTo>
                  <a:close/>
                </a:path>
                <a:path w="2021840" h="2133600">
                  <a:moveTo>
                    <a:pt x="1281001" y="1003300"/>
                  </a:moveTo>
                  <a:lnTo>
                    <a:pt x="1200753" y="1003300"/>
                  </a:lnTo>
                  <a:lnTo>
                    <a:pt x="1205960" y="1016000"/>
                  </a:lnTo>
                  <a:lnTo>
                    <a:pt x="1274724" y="1016000"/>
                  </a:lnTo>
                  <a:lnTo>
                    <a:pt x="1281001" y="1003300"/>
                  </a:lnTo>
                  <a:close/>
                </a:path>
                <a:path w="2021840" h="2133600">
                  <a:moveTo>
                    <a:pt x="1294352" y="990600"/>
                  </a:moveTo>
                  <a:lnTo>
                    <a:pt x="1195927" y="990600"/>
                  </a:lnTo>
                  <a:lnTo>
                    <a:pt x="1195546" y="1003300"/>
                  </a:lnTo>
                  <a:lnTo>
                    <a:pt x="1287539" y="1003300"/>
                  </a:lnTo>
                  <a:lnTo>
                    <a:pt x="1294352" y="990600"/>
                  </a:lnTo>
                  <a:close/>
                </a:path>
                <a:path w="2021840" h="2133600">
                  <a:moveTo>
                    <a:pt x="1308274" y="977900"/>
                  </a:moveTo>
                  <a:lnTo>
                    <a:pt x="1220311" y="977900"/>
                  </a:lnTo>
                  <a:lnTo>
                    <a:pt x="1213580" y="990600"/>
                  </a:lnTo>
                  <a:lnTo>
                    <a:pt x="1301307" y="990600"/>
                  </a:lnTo>
                  <a:lnTo>
                    <a:pt x="1308274" y="977900"/>
                  </a:lnTo>
                  <a:close/>
                </a:path>
                <a:path w="2021840" h="2133600">
                  <a:moveTo>
                    <a:pt x="1356719" y="787400"/>
                  </a:moveTo>
                  <a:lnTo>
                    <a:pt x="1244298" y="787400"/>
                  </a:lnTo>
                  <a:lnTo>
                    <a:pt x="1252360" y="800100"/>
                  </a:lnTo>
                  <a:lnTo>
                    <a:pt x="1275667" y="800100"/>
                  </a:lnTo>
                  <a:lnTo>
                    <a:pt x="1283015" y="812800"/>
                  </a:lnTo>
                  <a:lnTo>
                    <a:pt x="1296209" y="812800"/>
                  </a:lnTo>
                  <a:lnTo>
                    <a:pt x="1301400" y="825500"/>
                  </a:lnTo>
                  <a:lnTo>
                    <a:pt x="1305734" y="825500"/>
                  </a:lnTo>
                  <a:lnTo>
                    <a:pt x="1309211" y="838200"/>
                  </a:lnTo>
                  <a:lnTo>
                    <a:pt x="1311759" y="850900"/>
                  </a:lnTo>
                  <a:lnTo>
                    <a:pt x="1313497" y="850900"/>
                  </a:lnTo>
                  <a:lnTo>
                    <a:pt x="1314426" y="863600"/>
                  </a:lnTo>
                  <a:lnTo>
                    <a:pt x="1313735" y="876300"/>
                  </a:lnTo>
                  <a:lnTo>
                    <a:pt x="1312068" y="889000"/>
                  </a:lnTo>
                  <a:lnTo>
                    <a:pt x="1309544" y="889000"/>
                  </a:lnTo>
                  <a:lnTo>
                    <a:pt x="1306163" y="901700"/>
                  </a:lnTo>
                  <a:lnTo>
                    <a:pt x="1301926" y="914400"/>
                  </a:lnTo>
                  <a:lnTo>
                    <a:pt x="1296844" y="914400"/>
                  </a:lnTo>
                  <a:lnTo>
                    <a:pt x="1290929" y="927100"/>
                  </a:lnTo>
                  <a:lnTo>
                    <a:pt x="1284192" y="939800"/>
                  </a:lnTo>
                  <a:lnTo>
                    <a:pt x="1276641" y="939800"/>
                  </a:lnTo>
                  <a:lnTo>
                    <a:pt x="1269222" y="952500"/>
                  </a:lnTo>
                  <a:lnTo>
                    <a:pt x="1261921" y="965200"/>
                  </a:lnTo>
                  <a:lnTo>
                    <a:pt x="1247707" y="965200"/>
                  </a:lnTo>
                  <a:lnTo>
                    <a:pt x="1240948" y="977900"/>
                  </a:lnTo>
                  <a:lnTo>
                    <a:pt x="1315265" y="977900"/>
                  </a:lnTo>
                  <a:lnTo>
                    <a:pt x="1322292" y="965200"/>
                  </a:lnTo>
                  <a:lnTo>
                    <a:pt x="1334246" y="952500"/>
                  </a:lnTo>
                  <a:lnTo>
                    <a:pt x="1360392" y="914400"/>
                  </a:lnTo>
                  <a:lnTo>
                    <a:pt x="1370044" y="876300"/>
                  </a:lnTo>
                  <a:lnTo>
                    <a:pt x="1372572" y="863600"/>
                  </a:lnTo>
                  <a:lnTo>
                    <a:pt x="1373600" y="850900"/>
                  </a:lnTo>
                  <a:lnTo>
                    <a:pt x="1373076" y="838200"/>
                  </a:lnTo>
                  <a:lnTo>
                    <a:pt x="1371123" y="825500"/>
                  </a:lnTo>
                  <a:lnTo>
                    <a:pt x="1367742" y="812800"/>
                  </a:lnTo>
                  <a:lnTo>
                    <a:pt x="1362932" y="800100"/>
                  </a:lnTo>
                  <a:lnTo>
                    <a:pt x="1356719" y="787400"/>
                  </a:lnTo>
                  <a:close/>
                </a:path>
                <a:path w="2021840" h="2133600">
                  <a:moveTo>
                    <a:pt x="1121505" y="876300"/>
                  </a:moveTo>
                  <a:lnTo>
                    <a:pt x="1113885" y="876300"/>
                  </a:lnTo>
                  <a:lnTo>
                    <a:pt x="1115917" y="889000"/>
                  </a:lnTo>
                  <a:lnTo>
                    <a:pt x="1119854" y="889000"/>
                  </a:lnTo>
                  <a:lnTo>
                    <a:pt x="1121505" y="876300"/>
                  </a:lnTo>
                  <a:close/>
                </a:path>
                <a:path w="2021840" h="2133600">
                  <a:moveTo>
                    <a:pt x="1202283" y="800100"/>
                  </a:moveTo>
                  <a:lnTo>
                    <a:pt x="1128393" y="800100"/>
                  </a:lnTo>
                  <a:lnTo>
                    <a:pt x="1121632" y="812800"/>
                  </a:lnTo>
                  <a:lnTo>
                    <a:pt x="1089120" y="850900"/>
                  </a:lnTo>
                  <a:lnTo>
                    <a:pt x="1087596" y="850900"/>
                  </a:lnTo>
                  <a:lnTo>
                    <a:pt x="1088231" y="863600"/>
                  </a:lnTo>
                  <a:lnTo>
                    <a:pt x="1094200" y="863600"/>
                  </a:lnTo>
                  <a:lnTo>
                    <a:pt x="1096740" y="876300"/>
                  </a:lnTo>
                  <a:lnTo>
                    <a:pt x="1126458" y="876300"/>
                  </a:lnTo>
                  <a:lnTo>
                    <a:pt x="1159478" y="838200"/>
                  </a:lnTo>
                  <a:lnTo>
                    <a:pt x="1167905" y="825500"/>
                  </a:lnTo>
                  <a:lnTo>
                    <a:pt x="1176416" y="825500"/>
                  </a:lnTo>
                  <a:lnTo>
                    <a:pt x="1184999" y="812800"/>
                  </a:lnTo>
                  <a:lnTo>
                    <a:pt x="1193641" y="812800"/>
                  </a:lnTo>
                  <a:lnTo>
                    <a:pt x="1202283" y="800100"/>
                  </a:lnTo>
                  <a:close/>
                </a:path>
                <a:path w="2021840" h="2133600">
                  <a:moveTo>
                    <a:pt x="989806" y="774700"/>
                  </a:moveTo>
                  <a:lnTo>
                    <a:pt x="952341" y="774700"/>
                  </a:lnTo>
                  <a:lnTo>
                    <a:pt x="953992" y="787400"/>
                  </a:lnTo>
                  <a:lnTo>
                    <a:pt x="965422" y="787400"/>
                  </a:lnTo>
                  <a:lnTo>
                    <a:pt x="968216" y="800100"/>
                  </a:lnTo>
                  <a:lnTo>
                    <a:pt x="985869" y="800100"/>
                  </a:lnTo>
                  <a:lnTo>
                    <a:pt x="987266" y="787400"/>
                  </a:lnTo>
                  <a:lnTo>
                    <a:pt x="989806" y="774700"/>
                  </a:lnTo>
                  <a:close/>
                </a:path>
                <a:path w="2021840" h="2133600">
                  <a:moveTo>
                    <a:pt x="1199737" y="711200"/>
                  </a:moveTo>
                  <a:lnTo>
                    <a:pt x="1147667" y="711200"/>
                  </a:lnTo>
                  <a:lnTo>
                    <a:pt x="1150358" y="723900"/>
                  </a:lnTo>
                  <a:lnTo>
                    <a:pt x="1152143" y="723900"/>
                  </a:lnTo>
                  <a:lnTo>
                    <a:pt x="1153025" y="736600"/>
                  </a:lnTo>
                  <a:lnTo>
                    <a:pt x="1153001" y="749300"/>
                  </a:lnTo>
                  <a:lnTo>
                    <a:pt x="1152074" y="749300"/>
                  </a:lnTo>
                  <a:lnTo>
                    <a:pt x="1150254" y="762000"/>
                  </a:lnTo>
                  <a:lnTo>
                    <a:pt x="1147554" y="774700"/>
                  </a:lnTo>
                  <a:lnTo>
                    <a:pt x="1143984" y="774700"/>
                  </a:lnTo>
                  <a:lnTo>
                    <a:pt x="1139580" y="787400"/>
                  </a:lnTo>
                  <a:lnTo>
                    <a:pt x="1134379" y="800100"/>
                  </a:lnTo>
                  <a:lnTo>
                    <a:pt x="1227804" y="800100"/>
                  </a:lnTo>
                  <a:lnTo>
                    <a:pt x="1236116" y="787400"/>
                  </a:lnTo>
                  <a:lnTo>
                    <a:pt x="1349136" y="787400"/>
                  </a:lnTo>
                  <a:lnTo>
                    <a:pt x="1340197" y="774700"/>
                  </a:lnTo>
                  <a:lnTo>
                    <a:pt x="1329912" y="762000"/>
                  </a:lnTo>
                  <a:lnTo>
                    <a:pt x="1189614" y="762000"/>
                  </a:lnTo>
                  <a:lnTo>
                    <a:pt x="1192958" y="749300"/>
                  </a:lnTo>
                  <a:lnTo>
                    <a:pt x="1195659" y="736600"/>
                  </a:lnTo>
                  <a:lnTo>
                    <a:pt x="1197705" y="736600"/>
                  </a:lnTo>
                  <a:lnTo>
                    <a:pt x="1199114" y="723900"/>
                  </a:lnTo>
                  <a:lnTo>
                    <a:pt x="1199737" y="711200"/>
                  </a:lnTo>
                  <a:close/>
                </a:path>
                <a:path w="2021840" h="2133600">
                  <a:moveTo>
                    <a:pt x="993997" y="762000"/>
                  </a:moveTo>
                  <a:lnTo>
                    <a:pt x="946118" y="762000"/>
                  </a:lnTo>
                  <a:lnTo>
                    <a:pt x="946245" y="774700"/>
                  </a:lnTo>
                  <a:lnTo>
                    <a:pt x="991584" y="774700"/>
                  </a:lnTo>
                  <a:lnTo>
                    <a:pt x="993997" y="762000"/>
                  </a:lnTo>
                  <a:close/>
                </a:path>
                <a:path w="2021840" h="2133600">
                  <a:moveTo>
                    <a:pt x="998569" y="749300"/>
                  </a:moveTo>
                  <a:lnTo>
                    <a:pt x="948404" y="749300"/>
                  </a:lnTo>
                  <a:lnTo>
                    <a:pt x="946626" y="762000"/>
                  </a:lnTo>
                  <a:lnTo>
                    <a:pt x="996045" y="762000"/>
                  </a:lnTo>
                  <a:lnTo>
                    <a:pt x="998569" y="749300"/>
                  </a:lnTo>
                  <a:close/>
                </a:path>
                <a:path w="2021840" h="2133600">
                  <a:moveTo>
                    <a:pt x="1312926" y="749300"/>
                  </a:moveTo>
                  <a:lnTo>
                    <a:pt x="1202054" y="749300"/>
                  </a:lnTo>
                  <a:lnTo>
                    <a:pt x="1194026" y="762000"/>
                  </a:lnTo>
                  <a:lnTo>
                    <a:pt x="1321573" y="762000"/>
                  </a:lnTo>
                  <a:lnTo>
                    <a:pt x="1312926" y="749300"/>
                  </a:lnTo>
                  <a:close/>
                </a:path>
                <a:path w="2021840" h="2133600">
                  <a:moveTo>
                    <a:pt x="1310481" y="317500"/>
                  </a:moveTo>
                  <a:lnTo>
                    <a:pt x="1296257" y="317500"/>
                  </a:lnTo>
                  <a:lnTo>
                    <a:pt x="1162780" y="482600"/>
                  </a:lnTo>
                  <a:lnTo>
                    <a:pt x="1157700" y="482600"/>
                  </a:lnTo>
                  <a:lnTo>
                    <a:pt x="1156938" y="495300"/>
                  </a:lnTo>
                  <a:lnTo>
                    <a:pt x="1160113" y="508000"/>
                  </a:lnTo>
                  <a:lnTo>
                    <a:pt x="1166717" y="508000"/>
                  </a:lnTo>
                  <a:lnTo>
                    <a:pt x="1460849" y="762000"/>
                  </a:lnTo>
                  <a:lnTo>
                    <a:pt x="1492599" y="762000"/>
                  </a:lnTo>
                  <a:lnTo>
                    <a:pt x="1544473" y="698500"/>
                  </a:lnTo>
                  <a:lnTo>
                    <a:pt x="1479645" y="698500"/>
                  </a:lnTo>
                  <a:lnTo>
                    <a:pt x="1361662" y="596900"/>
                  </a:lnTo>
                  <a:lnTo>
                    <a:pt x="1385220" y="571500"/>
                  </a:lnTo>
                  <a:lnTo>
                    <a:pt x="1326229" y="571500"/>
                  </a:lnTo>
                  <a:lnTo>
                    <a:pt x="1222724" y="482600"/>
                  </a:lnTo>
                  <a:lnTo>
                    <a:pt x="1332706" y="355600"/>
                  </a:lnTo>
                  <a:lnTo>
                    <a:pt x="1334484" y="355600"/>
                  </a:lnTo>
                  <a:lnTo>
                    <a:pt x="1334992" y="342900"/>
                  </a:lnTo>
                  <a:lnTo>
                    <a:pt x="1331563" y="342900"/>
                  </a:lnTo>
                  <a:lnTo>
                    <a:pt x="1327753" y="330200"/>
                  </a:lnTo>
                  <a:lnTo>
                    <a:pt x="1315815" y="330200"/>
                  </a:lnTo>
                  <a:lnTo>
                    <a:pt x="1310481" y="317500"/>
                  </a:lnTo>
                  <a:close/>
                </a:path>
                <a:path w="2021840" h="2133600">
                  <a:moveTo>
                    <a:pt x="1009165" y="723900"/>
                  </a:moveTo>
                  <a:lnTo>
                    <a:pt x="957040" y="723900"/>
                  </a:lnTo>
                  <a:lnTo>
                    <a:pt x="954208" y="736600"/>
                  </a:lnTo>
                  <a:lnTo>
                    <a:pt x="951817" y="736600"/>
                  </a:lnTo>
                  <a:lnTo>
                    <a:pt x="949878" y="749300"/>
                  </a:lnTo>
                  <a:lnTo>
                    <a:pt x="1001569" y="749300"/>
                  </a:lnTo>
                  <a:lnTo>
                    <a:pt x="1005046" y="736600"/>
                  </a:lnTo>
                  <a:lnTo>
                    <a:pt x="1009165" y="723900"/>
                  </a:lnTo>
                  <a:close/>
                </a:path>
                <a:path w="2021840" h="2133600">
                  <a:moveTo>
                    <a:pt x="1294606" y="736600"/>
                  </a:moveTo>
                  <a:lnTo>
                    <a:pt x="1228540" y="736600"/>
                  </a:lnTo>
                  <a:lnTo>
                    <a:pt x="1219422" y="749300"/>
                  </a:lnTo>
                  <a:lnTo>
                    <a:pt x="1303944" y="749300"/>
                  </a:lnTo>
                  <a:lnTo>
                    <a:pt x="1294606" y="736600"/>
                  </a:lnTo>
                  <a:close/>
                </a:path>
                <a:path w="2021840" h="2133600">
                  <a:moveTo>
                    <a:pt x="1026382" y="698500"/>
                  </a:moveTo>
                  <a:lnTo>
                    <a:pt x="968220" y="698500"/>
                  </a:lnTo>
                  <a:lnTo>
                    <a:pt x="964056" y="711200"/>
                  </a:lnTo>
                  <a:lnTo>
                    <a:pt x="960322" y="723900"/>
                  </a:lnTo>
                  <a:lnTo>
                    <a:pt x="1014095" y="723900"/>
                  </a:lnTo>
                  <a:lnTo>
                    <a:pt x="1019833" y="711200"/>
                  </a:lnTo>
                  <a:lnTo>
                    <a:pt x="1026382" y="698500"/>
                  </a:lnTo>
                  <a:close/>
                </a:path>
                <a:path w="2021840" h="2133600">
                  <a:moveTo>
                    <a:pt x="1197056" y="685800"/>
                  </a:moveTo>
                  <a:lnTo>
                    <a:pt x="1127474" y="685800"/>
                  </a:lnTo>
                  <a:lnTo>
                    <a:pt x="1133951" y="698500"/>
                  </a:lnTo>
                  <a:lnTo>
                    <a:pt x="1139475" y="698500"/>
                  </a:lnTo>
                  <a:lnTo>
                    <a:pt x="1144047" y="711200"/>
                  </a:lnTo>
                  <a:lnTo>
                    <a:pt x="1199598" y="711200"/>
                  </a:lnTo>
                  <a:lnTo>
                    <a:pt x="1198721" y="698500"/>
                  </a:lnTo>
                  <a:lnTo>
                    <a:pt x="1197056" y="685800"/>
                  </a:lnTo>
                  <a:close/>
                </a:path>
                <a:path w="2021840" h="2133600">
                  <a:moveTo>
                    <a:pt x="1039225" y="685800"/>
                  </a:moveTo>
                  <a:lnTo>
                    <a:pt x="977888" y="685800"/>
                  </a:lnTo>
                  <a:lnTo>
                    <a:pt x="972788" y="698500"/>
                  </a:lnTo>
                  <a:lnTo>
                    <a:pt x="1032785" y="698500"/>
                  </a:lnTo>
                  <a:lnTo>
                    <a:pt x="1039225" y="685800"/>
                  </a:lnTo>
                  <a:close/>
                </a:path>
                <a:path w="2021840" h="2133600">
                  <a:moveTo>
                    <a:pt x="1617059" y="571500"/>
                  </a:moveTo>
                  <a:lnTo>
                    <a:pt x="1591024" y="571500"/>
                  </a:lnTo>
                  <a:lnTo>
                    <a:pt x="1479645" y="698500"/>
                  </a:lnTo>
                  <a:lnTo>
                    <a:pt x="1544473" y="698500"/>
                  </a:lnTo>
                  <a:lnTo>
                    <a:pt x="1627473" y="596900"/>
                  </a:lnTo>
                  <a:lnTo>
                    <a:pt x="1628743" y="596900"/>
                  </a:lnTo>
                  <a:lnTo>
                    <a:pt x="1627981" y="584200"/>
                  </a:lnTo>
                  <a:lnTo>
                    <a:pt x="1620107" y="584200"/>
                  </a:lnTo>
                  <a:lnTo>
                    <a:pt x="1617059" y="571500"/>
                  </a:lnTo>
                  <a:close/>
                </a:path>
                <a:path w="2021840" h="2133600">
                  <a:moveTo>
                    <a:pt x="1175988" y="647700"/>
                  </a:moveTo>
                  <a:lnTo>
                    <a:pt x="1006784" y="647700"/>
                  </a:lnTo>
                  <a:lnTo>
                    <a:pt x="996283" y="660400"/>
                  </a:lnTo>
                  <a:lnTo>
                    <a:pt x="989611" y="673100"/>
                  </a:lnTo>
                  <a:lnTo>
                    <a:pt x="983487" y="685800"/>
                  </a:lnTo>
                  <a:lnTo>
                    <a:pt x="1052163" y="685800"/>
                  </a:lnTo>
                  <a:lnTo>
                    <a:pt x="1058713" y="673100"/>
                  </a:lnTo>
                  <a:lnTo>
                    <a:pt x="1191202" y="673100"/>
                  </a:lnTo>
                  <a:lnTo>
                    <a:pt x="1187037" y="660400"/>
                  </a:lnTo>
                  <a:lnTo>
                    <a:pt x="1181988" y="660400"/>
                  </a:lnTo>
                  <a:lnTo>
                    <a:pt x="1175988" y="647700"/>
                  </a:lnTo>
                  <a:close/>
                </a:path>
                <a:path w="2021840" h="2133600">
                  <a:moveTo>
                    <a:pt x="1191202" y="673100"/>
                  </a:moveTo>
                  <a:lnTo>
                    <a:pt x="1115869" y="673100"/>
                  </a:lnTo>
                  <a:lnTo>
                    <a:pt x="1121761" y="685800"/>
                  </a:lnTo>
                  <a:lnTo>
                    <a:pt x="1194546" y="685800"/>
                  </a:lnTo>
                  <a:lnTo>
                    <a:pt x="1191202" y="673100"/>
                  </a:lnTo>
                  <a:close/>
                </a:path>
                <a:path w="2021840" h="2133600">
                  <a:moveTo>
                    <a:pt x="1151794" y="622300"/>
                  </a:moveTo>
                  <a:lnTo>
                    <a:pt x="1038574" y="622300"/>
                  </a:lnTo>
                  <a:lnTo>
                    <a:pt x="1017333" y="647700"/>
                  </a:lnTo>
                  <a:lnTo>
                    <a:pt x="1169034" y="647700"/>
                  </a:lnTo>
                  <a:lnTo>
                    <a:pt x="1161129" y="635000"/>
                  </a:lnTo>
                  <a:lnTo>
                    <a:pt x="1151794" y="622300"/>
                  </a:lnTo>
                  <a:close/>
                </a:path>
                <a:path w="2021840" h="2133600">
                  <a:moveTo>
                    <a:pt x="1122648" y="609600"/>
                  </a:moveTo>
                  <a:lnTo>
                    <a:pt x="1059910" y="609600"/>
                  </a:lnTo>
                  <a:lnTo>
                    <a:pt x="1049242" y="622300"/>
                  </a:lnTo>
                  <a:lnTo>
                    <a:pt x="1132554" y="622300"/>
                  </a:lnTo>
                  <a:lnTo>
                    <a:pt x="1122648" y="609600"/>
                  </a:lnTo>
                  <a:close/>
                </a:path>
                <a:path w="2021840" h="2133600">
                  <a:moveTo>
                    <a:pt x="1440021" y="457200"/>
                  </a:moveTo>
                  <a:lnTo>
                    <a:pt x="1420463" y="457200"/>
                  </a:lnTo>
                  <a:lnTo>
                    <a:pt x="1326229" y="571500"/>
                  </a:lnTo>
                  <a:lnTo>
                    <a:pt x="1385220" y="571500"/>
                  </a:lnTo>
                  <a:lnTo>
                    <a:pt x="1455896" y="495300"/>
                  </a:lnTo>
                  <a:lnTo>
                    <a:pt x="1457039" y="482600"/>
                  </a:lnTo>
                  <a:lnTo>
                    <a:pt x="1455642" y="469900"/>
                  </a:lnTo>
                  <a:lnTo>
                    <a:pt x="1442942" y="469900"/>
                  </a:lnTo>
                  <a:lnTo>
                    <a:pt x="1440021" y="457200"/>
                  </a:lnTo>
                  <a:close/>
                </a:path>
                <a:path w="2021840" h="2133600">
                  <a:moveTo>
                    <a:pt x="1415129" y="190500"/>
                  </a:moveTo>
                  <a:lnTo>
                    <a:pt x="1403191" y="190500"/>
                  </a:lnTo>
                  <a:lnTo>
                    <a:pt x="1400778" y="203200"/>
                  </a:lnTo>
                  <a:lnTo>
                    <a:pt x="1392142" y="203200"/>
                  </a:lnTo>
                  <a:lnTo>
                    <a:pt x="1388459" y="215900"/>
                  </a:lnTo>
                  <a:lnTo>
                    <a:pt x="1380077" y="215900"/>
                  </a:lnTo>
                  <a:lnTo>
                    <a:pt x="1378045" y="228600"/>
                  </a:lnTo>
                  <a:lnTo>
                    <a:pt x="1374870" y="228600"/>
                  </a:lnTo>
                  <a:lnTo>
                    <a:pt x="1375251" y="241300"/>
                  </a:lnTo>
                  <a:lnTo>
                    <a:pt x="1377791" y="241300"/>
                  </a:lnTo>
                  <a:lnTo>
                    <a:pt x="1683353" y="495300"/>
                  </a:lnTo>
                  <a:lnTo>
                    <a:pt x="1689195" y="508000"/>
                  </a:lnTo>
                  <a:lnTo>
                    <a:pt x="1710277" y="508000"/>
                  </a:lnTo>
                  <a:lnTo>
                    <a:pt x="1714341" y="495300"/>
                  </a:lnTo>
                  <a:lnTo>
                    <a:pt x="1759493" y="444500"/>
                  </a:lnTo>
                  <a:lnTo>
                    <a:pt x="1700752" y="444500"/>
                  </a:lnTo>
                  <a:lnTo>
                    <a:pt x="1415129" y="190500"/>
                  </a:lnTo>
                  <a:close/>
                </a:path>
                <a:path w="2021840" h="2133600">
                  <a:moveTo>
                    <a:pt x="1578451" y="0"/>
                  </a:moveTo>
                  <a:lnTo>
                    <a:pt x="1564100" y="0"/>
                  </a:lnTo>
                  <a:lnTo>
                    <a:pt x="1558639" y="12700"/>
                  </a:lnTo>
                  <a:lnTo>
                    <a:pt x="1552035" y="12700"/>
                  </a:lnTo>
                  <a:lnTo>
                    <a:pt x="1548479" y="25400"/>
                  </a:lnTo>
                  <a:lnTo>
                    <a:pt x="1543653" y="25400"/>
                  </a:lnTo>
                  <a:lnTo>
                    <a:pt x="1541494" y="38100"/>
                  </a:lnTo>
                  <a:lnTo>
                    <a:pt x="1538700" y="38100"/>
                  </a:lnTo>
                  <a:lnTo>
                    <a:pt x="1539081" y="50800"/>
                  </a:lnTo>
                  <a:lnTo>
                    <a:pt x="1541113" y="50800"/>
                  </a:lnTo>
                  <a:lnTo>
                    <a:pt x="1826736" y="292100"/>
                  </a:lnTo>
                  <a:lnTo>
                    <a:pt x="1700752" y="444500"/>
                  </a:lnTo>
                  <a:lnTo>
                    <a:pt x="1759493" y="444500"/>
                  </a:lnTo>
                  <a:lnTo>
                    <a:pt x="1906238" y="279400"/>
                  </a:lnTo>
                  <a:lnTo>
                    <a:pt x="1988479" y="279400"/>
                  </a:lnTo>
                  <a:lnTo>
                    <a:pt x="1943249" y="241300"/>
                  </a:lnTo>
                  <a:lnTo>
                    <a:pt x="1864201" y="241300"/>
                  </a:lnTo>
                  <a:lnTo>
                    <a:pt x="1578451" y="0"/>
                  </a:lnTo>
                  <a:close/>
                </a:path>
                <a:path w="2021840" h="2133600">
                  <a:moveTo>
                    <a:pt x="1988479" y="279400"/>
                  </a:moveTo>
                  <a:lnTo>
                    <a:pt x="1906238" y="279400"/>
                  </a:lnTo>
                  <a:lnTo>
                    <a:pt x="1986502" y="342900"/>
                  </a:lnTo>
                  <a:lnTo>
                    <a:pt x="1999202" y="342900"/>
                  </a:lnTo>
                  <a:lnTo>
                    <a:pt x="2003901" y="330200"/>
                  </a:lnTo>
                  <a:lnTo>
                    <a:pt x="2012918" y="330200"/>
                  </a:lnTo>
                  <a:lnTo>
                    <a:pt x="2015585" y="317500"/>
                  </a:lnTo>
                  <a:lnTo>
                    <a:pt x="2021427" y="317500"/>
                  </a:lnTo>
                  <a:lnTo>
                    <a:pt x="2021554" y="304800"/>
                  </a:lnTo>
                  <a:lnTo>
                    <a:pt x="2018633" y="304800"/>
                  </a:lnTo>
                  <a:lnTo>
                    <a:pt x="1988479" y="279400"/>
                  </a:lnTo>
                  <a:close/>
                </a:path>
                <a:path w="2021840" h="2133600">
                  <a:moveTo>
                    <a:pt x="1913096" y="215900"/>
                  </a:moveTo>
                  <a:lnTo>
                    <a:pt x="1892649" y="215900"/>
                  </a:lnTo>
                  <a:lnTo>
                    <a:pt x="1864201" y="241300"/>
                  </a:lnTo>
                  <a:lnTo>
                    <a:pt x="1943249" y="241300"/>
                  </a:lnTo>
                  <a:lnTo>
                    <a:pt x="1913096" y="215900"/>
                  </a:lnTo>
                  <a:close/>
                </a:path>
                <a:path w="2021840" h="2133600">
                  <a:moveTo>
                    <a:pt x="1904841" y="203200"/>
                  </a:moveTo>
                  <a:lnTo>
                    <a:pt x="1898491" y="203200"/>
                  </a:lnTo>
                  <a:lnTo>
                    <a:pt x="1895443" y="215900"/>
                  </a:lnTo>
                  <a:lnTo>
                    <a:pt x="1908651" y="215900"/>
                  </a:lnTo>
                  <a:lnTo>
                    <a:pt x="1904841" y="20320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7764" y="991488"/>
            <a:ext cx="867346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dirty="0"/>
              <a:t>НАШИ</a:t>
            </a:r>
            <a:r>
              <a:rPr sz="4400" spc="-40" dirty="0"/>
              <a:t> </a:t>
            </a:r>
            <a:r>
              <a:rPr sz="4400" spc="-30" dirty="0"/>
              <a:t>СЕРТИФИКАТЫ</a:t>
            </a:r>
            <a:r>
              <a:rPr sz="4400" spc="-50" dirty="0"/>
              <a:t> </a:t>
            </a:r>
            <a:r>
              <a:rPr sz="4400" dirty="0"/>
              <a:t>И</a:t>
            </a:r>
            <a:r>
              <a:rPr sz="4400" spc="-45" dirty="0"/>
              <a:t> </a:t>
            </a:r>
            <a:r>
              <a:rPr sz="4400" spc="-10" dirty="0"/>
              <a:t>ЛИЦЕНЗИИ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778" y="1810970"/>
            <a:ext cx="3286461" cy="49200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080"/>
              </a:lnSpc>
              <a:spcBef>
                <a:spcPts val="130"/>
              </a:spcBef>
            </a:pPr>
            <a:r>
              <a:rPr dirty="0"/>
              <a:t>КОНТАКТЫ</a:t>
            </a:r>
            <a:r>
              <a:rPr spc="95" dirty="0"/>
              <a:t> </a:t>
            </a:r>
            <a:r>
              <a:rPr dirty="0"/>
              <a:t>ДЛЯ</a:t>
            </a:r>
            <a:r>
              <a:rPr spc="90" dirty="0"/>
              <a:t> </a:t>
            </a:r>
            <a:r>
              <a:rPr dirty="0"/>
              <a:t>СВЯЗИ</a:t>
            </a:r>
            <a:r>
              <a:rPr spc="125" dirty="0"/>
              <a:t> </a:t>
            </a:r>
            <a:r>
              <a:rPr spc="-50" dirty="0"/>
              <a:t>С</a:t>
            </a:r>
          </a:p>
          <a:p>
            <a:pPr marL="12700">
              <a:lnSpc>
                <a:spcPts val="3080"/>
              </a:lnSpc>
            </a:pPr>
            <a:r>
              <a:rPr dirty="0"/>
              <a:t>ГЕНЕРАЛЬНЫМ</a:t>
            </a:r>
            <a:r>
              <a:rPr spc="195" dirty="0"/>
              <a:t> </a:t>
            </a:r>
            <a:r>
              <a:rPr dirty="0"/>
              <a:t>ДИРЕКТОРОМ</a:t>
            </a:r>
            <a:r>
              <a:rPr spc="190" dirty="0"/>
              <a:t> </a:t>
            </a:r>
            <a:r>
              <a:rPr dirty="0"/>
              <a:t>ООО</a:t>
            </a:r>
            <a:r>
              <a:rPr spc="204" dirty="0"/>
              <a:t> </a:t>
            </a:r>
            <a:r>
              <a:rPr spc="65" dirty="0">
                <a:latin typeface="Century Gothic" panose="020B0502020202020204"/>
                <a:cs typeface="Century Gothic" panose="020B0502020202020204"/>
              </a:rPr>
              <a:t>«</a:t>
            </a:r>
            <a:r>
              <a:rPr spc="65" dirty="0"/>
              <a:t>РИК</a:t>
            </a:r>
            <a:r>
              <a:rPr spc="65" dirty="0">
                <a:latin typeface="Century Gothic" panose="020B0502020202020204"/>
                <a:cs typeface="Century Gothic" panose="020B0502020202020204"/>
              </a:rPr>
              <a:t>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0622" y="1780158"/>
            <a:ext cx="56762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dirty="0">
                <a:latin typeface="Calibri" panose="020F0502020204030204"/>
                <a:cs typeface="Calibri" panose="020F0502020204030204"/>
              </a:rPr>
              <a:t>КОЙИЧ</a:t>
            </a:r>
            <a:r>
              <a:rPr sz="2750" b="1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sz="2750" b="1" dirty="0">
                <a:latin typeface="Calibri" panose="020F0502020204030204"/>
                <a:cs typeface="Calibri" panose="020F0502020204030204"/>
              </a:rPr>
              <a:t>ВИКТОРИЯ</a:t>
            </a:r>
            <a:r>
              <a:rPr sz="2750" b="1" spc="155" dirty="0">
                <a:latin typeface="Calibri" panose="020F0502020204030204"/>
                <a:cs typeface="Calibri" panose="020F0502020204030204"/>
              </a:rPr>
              <a:t> </a:t>
            </a:r>
            <a:r>
              <a:rPr sz="2750" b="1" spc="-10" dirty="0">
                <a:latin typeface="Calibri" panose="020F0502020204030204"/>
                <a:cs typeface="Calibri" panose="020F0502020204030204"/>
              </a:rPr>
              <a:t>ВЛАДИМИРОВНА</a:t>
            </a:r>
            <a:endParaRPr sz="27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0622" y="2698305"/>
            <a:ext cx="6424295" cy="2438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90"/>
              </a:spcBef>
            </a:pPr>
            <a:r>
              <a:rPr sz="1550" dirty="0">
                <a:latin typeface="Calibri" panose="020F0502020204030204"/>
                <a:cs typeface="Calibri" panose="020F0502020204030204"/>
              </a:rPr>
              <a:t>Я</a:t>
            </a:r>
            <a:r>
              <a:rPr sz="1550" spc="12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всегда</a:t>
            </a:r>
            <a:r>
              <a:rPr sz="155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рада</a:t>
            </a:r>
            <a:r>
              <a:rPr sz="1550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ответить</a:t>
            </a:r>
            <a:r>
              <a:rPr sz="155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на</a:t>
            </a:r>
            <a:r>
              <a:rPr sz="155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ваши</a:t>
            </a:r>
            <a:r>
              <a:rPr sz="155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вопросы</a:t>
            </a:r>
            <a:r>
              <a:rPr sz="1550" spc="140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и</a:t>
            </a:r>
            <a:r>
              <a:rPr sz="1550" spc="12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предложить</a:t>
            </a:r>
            <a:r>
              <a:rPr sz="1550" spc="120" dirty="0">
                <a:latin typeface="Calibri" panose="020F0502020204030204"/>
                <a:cs typeface="Calibri" panose="020F0502020204030204"/>
              </a:rPr>
              <a:t>  </a:t>
            </a:r>
            <a:r>
              <a:rPr sz="1550" spc="-10" dirty="0">
                <a:latin typeface="Calibri" panose="020F0502020204030204"/>
                <a:cs typeface="Calibri" panose="020F0502020204030204"/>
              </a:rPr>
              <a:t>индивидуальное </a:t>
            </a:r>
            <a:r>
              <a:rPr sz="1550" dirty="0">
                <a:latin typeface="Calibri" panose="020F0502020204030204"/>
                <a:cs typeface="Calibri" panose="020F0502020204030204"/>
              </a:rPr>
              <a:t>решение</a:t>
            </a:r>
            <a:r>
              <a:rPr sz="1550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для</a:t>
            </a:r>
            <a:r>
              <a:rPr sz="1550" spc="120" dirty="0">
                <a:latin typeface="Calibri" panose="020F0502020204030204"/>
                <a:cs typeface="Calibri" panose="020F0502020204030204"/>
              </a:rPr>
              <a:t>  </a:t>
            </a:r>
            <a:r>
              <a:rPr sz="1550" dirty="0">
                <a:latin typeface="Calibri" panose="020F0502020204030204"/>
                <a:cs typeface="Calibri" panose="020F0502020204030204"/>
              </a:rPr>
              <a:t>ваших</a:t>
            </a:r>
            <a:r>
              <a:rPr sz="1550" spc="160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spc="-10" dirty="0">
                <a:latin typeface="Calibri" panose="020F0502020204030204"/>
                <a:cs typeface="Calibri" panose="020F0502020204030204"/>
              </a:rPr>
              <a:t>проектов</a:t>
            </a:r>
            <a:r>
              <a:rPr sz="1550" spc="-10" dirty="0">
                <a:latin typeface="Century Gothic" panose="020B0502020202020204"/>
                <a:cs typeface="Century Gothic" panose="020B0502020202020204"/>
              </a:rPr>
              <a:t>.</a:t>
            </a:r>
            <a:endParaRPr sz="1550">
              <a:latin typeface="Century Gothic" panose="020B0502020202020204"/>
              <a:cs typeface="Century Gothic" panose="020B0502020202020204"/>
            </a:endParaRPr>
          </a:p>
          <a:p>
            <a:pPr marL="12700" marR="4002405">
              <a:lnSpc>
                <a:spcPct val="188000"/>
              </a:lnSpc>
              <a:spcBef>
                <a:spcPts val="40"/>
              </a:spcBef>
            </a:pPr>
            <a:r>
              <a:rPr sz="1550" b="1" spc="-10" dirty="0">
                <a:latin typeface="Calibri" panose="020F0502020204030204"/>
                <a:cs typeface="Calibri" panose="020F0502020204030204"/>
              </a:rPr>
              <a:t>Телефон</a:t>
            </a:r>
            <a:r>
              <a:rPr sz="1550" spc="-10" dirty="0">
                <a:latin typeface="Century Gothic" panose="020B0502020202020204"/>
                <a:cs typeface="Century Gothic" panose="020B0502020202020204"/>
              </a:rPr>
              <a:t>:</a:t>
            </a:r>
            <a:r>
              <a:rPr sz="1550" spc="-75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spc="90" dirty="0">
                <a:latin typeface="Century Gothic" panose="020B0502020202020204"/>
                <a:cs typeface="Century Gothic" panose="020B0502020202020204"/>
              </a:rPr>
              <a:t>+79269865353 </a:t>
            </a:r>
            <a:r>
              <a:rPr sz="1550" b="1" spc="90" dirty="0">
                <a:latin typeface="Century Gothic" panose="020B0502020202020204"/>
                <a:cs typeface="Century Gothic" panose="020B0502020202020204"/>
              </a:rPr>
              <a:t>E-</a:t>
            </a:r>
            <a:r>
              <a:rPr sz="1550" b="1" spc="-10" dirty="0">
                <a:latin typeface="Century Gothic" panose="020B0502020202020204"/>
                <a:cs typeface="Century Gothic" panose="020B0502020202020204"/>
              </a:rPr>
              <a:t>mail</a:t>
            </a:r>
            <a:r>
              <a:rPr sz="1550" spc="-10" dirty="0">
                <a:latin typeface="Century Gothic" panose="020B0502020202020204"/>
                <a:cs typeface="Century Gothic" panose="020B0502020202020204"/>
              </a:rPr>
              <a:t>:</a:t>
            </a:r>
            <a:r>
              <a:rPr sz="1550" spc="35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dirty="0">
                <a:latin typeface="Century Gothic" panose="020B0502020202020204"/>
                <a:cs typeface="Century Gothic" panose="020B0502020202020204"/>
                <a:hlinkClick r:id="rId2"/>
              </a:rPr>
              <a:t>koiich@rik-</a:t>
            </a:r>
            <a:r>
              <a:rPr sz="1550" spc="-20" dirty="0">
                <a:latin typeface="Century Gothic" panose="020B0502020202020204"/>
                <a:cs typeface="Century Gothic" panose="020B0502020202020204"/>
                <a:hlinkClick r:id="rId2"/>
              </a:rPr>
              <a:t>vent.ru</a:t>
            </a:r>
            <a:r>
              <a:rPr sz="1550" spc="-2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b="1" spc="-10" dirty="0">
                <a:latin typeface="Calibri" panose="020F0502020204030204"/>
                <a:cs typeface="Calibri" panose="020F0502020204030204"/>
              </a:rPr>
              <a:t>Веб</a:t>
            </a:r>
            <a:r>
              <a:rPr sz="1550" b="1" spc="-10" dirty="0">
                <a:latin typeface="Century Gothic" panose="020B0502020202020204"/>
                <a:cs typeface="Century Gothic" panose="020B0502020202020204"/>
              </a:rPr>
              <a:t>-</a:t>
            </a:r>
            <a:r>
              <a:rPr sz="1550" b="1" dirty="0">
                <a:latin typeface="Calibri" panose="020F0502020204030204"/>
                <a:cs typeface="Calibri" panose="020F0502020204030204"/>
              </a:rPr>
              <a:t>сайт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:</a:t>
            </a:r>
            <a:r>
              <a:rPr sz="1550" spc="9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u="sng" dirty="0">
                <a:solidFill>
                  <a:srgbClr val="736DB6"/>
                </a:solidFill>
                <a:uFill>
                  <a:solidFill>
                    <a:srgbClr val="736DB6"/>
                  </a:solidFill>
                </a:uFill>
                <a:latin typeface="Century Gothic" panose="020B0502020202020204"/>
                <a:cs typeface="Century Gothic" panose="020B0502020202020204"/>
                <a:hlinkClick r:id="rId3"/>
              </a:rPr>
              <a:t>www.rik-</a:t>
            </a:r>
            <a:r>
              <a:rPr sz="1550" u="sng" spc="-10" dirty="0">
                <a:solidFill>
                  <a:srgbClr val="736DB6"/>
                </a:solidFill>
                <a:uFill>
                  <a:solidFill>
                    <a:srgbClr val="736DB6"/>
                  </a:solidFill>
                </a:uFill>
                <a:latin typeface="Century Gothic" panose="020B0502020202020204"/>
                <a:cs typeface="Century Gothic" panose="020B0502020202020204"/>
                <a:hlinkClick r:id="rId3"/>
              </a:rPr>
              <a:t>vent.ru</a:t>
            </a:r>
            <a:endParaRPr sz="1550">
              <a:latin typeface="Century Gothic" panose="020B0502020202020204"/>
              <a:cs typeface="Century Gothic" panose="020B0502020202020204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sz="1550" dirty="0">
                <a:latin typeface="Calibri" panose="020F0502020204030204"/>
                <a:cs typeface="Calibri" panose="020F0502020204030204"/>
              </a:rPr>
              <a:t>г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.</a:t>
            </a:r>
            <a:r>
              <a:rPr sz="1550" spc="-5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Москва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,</a:t>
            </a:r>
            <a:r>
              <a:rPr sz="1550" spc="5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ул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. </a:t>
            </a:r>
            <a:r>
              <a:rPr sz="1550" dirty="0">
                <a:latin typeface="Calibri" panose="020F0502020204030204"/>
                <a:cs typeface="Calibri" panose="020F0502020204030204"/>
              </a:rPr>
              <a:t>Нежинская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,</a:t>
            </a:r>
            <a:r>
              <a:rPr sz="1550" spc="43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д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.</a:t>
            </a:r>
            <a:r>
              <a:rPr sz="1550" spc="-25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8,</a:t>
            </a:r>
            <a:r>
              <a:rPr sz="1550" spc="-25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кор</a:t>
            </a:r>
            <a:r>
              <a:rPr sz="155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К</a:t>
            </a:r>
            <a:r>
              <a:rPr sz="1550" dirty="0">
                <a:latin typeface="Century Gothic" panose="020B0502020202020204"/>
                <a:cs typeface="Century Gothic" panose="020B0502020202020204"/>
              </a:rPr>
              <a:t>2,</a:t>
            </a:r>
            <a:r>
              <a:rPr sz="1550" spc="-10" dirty="0">
                <a:latin typeface="Century Gothic" panose="020B0502020202020204"/>
                <a:cs typeface="Century Gothic" panose="020B0502020202020204"/>
              </a:rPr>
              <a:t> </a:t>
            </a:r>
            <a:r>
              <a:rPr sz="1550" dirty="0">
                <a:latin typeface="Calibri" panose="020F0502020204030204"/>
                <a:cs typeface="Calibri" panose="020F0502020204030204"/>
              </a:rPr>
              <a:t>офис</a:t>
            </a:r>
            <a:r>
              <a:rPr sz="155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sz="1550" spc="40" dirty="0">
                <a:latin typeface="Century Gothic" panose="020B0502020202020204"/>
                <a:cs typeface="Century Gothic" panose="020B0502020202020204"/>
              </a:rPr>
              <a:t>6</a:t>
            </a:r>
            <a:r>
              <a:rPr sz="1550" spc="40" dirty="0">
                <a:latin typeface="Calibri" panose="020F0502020204030204"/>
                <a:cs typeface="Calibri" panose="020F0502020204030204"/>
              </a:rPr>
              <a:t>А</a:t>
            </a:r>
            <a:endParaRPr sz="155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672" row="1">
    <wetp:webextensionref xmlns:r="http://schemas.openxmlformats.org/officeDocument/2006/relationships" r:id="rId2"/>
  </wetp:taskpane>
  <wetp:taskpane dockstate="right" visibility="0" width="350" row="2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2ACDB25D-F312-40FE-9AD6-FFD88847820E}">
  <we:reference id="wa200005669" version="2.0.0.0" store="ru-RU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5024531-8FE1-40FF-986C-6D46D2924004}">
  <we:reference id="wa200003052" version="7.0.0.0" store="ru-RU" storeType="OMEX"/>
  <we:alternateReferences>
    <we:reference id="wa200003052" version="7.0.0.0" store="wa200003052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81F506CC-0D5D-4B6F-B733-16BCBF36F609}">
  <we:reference id="wa104178141" version="4.3.3.0" store="ru-RU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TM03457444[[fn=Базис]]</Template>
  <TotalTime>29</TotalTime>
  <Words>671</Words>
  <Application>Microsoft Office PowerPoint</Application>
  <PresentationFormat>Широкоэкранный</PresentationFormat>
  <Paragraphs>86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Times New Roman</vt:lpstr>
      <vt:lpstr>Office Theme</vt:lpstr>
      <vt:lpstr>Презентация PowerPoint</vt:lpstr>
      <vt:lpstr>Наша команда</vt:lpstr>
      <vt:lpstr>ООО «Русская Инжиниринговая Компания» предлагает полный комплекс инжиниринговых услуг в области вентиляции — от проектирования до ввода в эксплуатацию и сервисного сопровождения.</vt:lpstr>
      <vt:lpstr>Наш ассортимент</vt:lpstr>
      <vt:lpstr>Наши проекты</vt:lpstr>
      <vt:lpstr>Наши проекты</vt:lpstr>
      <vt:lpstr>Наши проекты</vt:lpstr>
      <vt:lpstr>Наши проекты</vt:lpstr>
      <vt:lpstr>СВЯЖИТЕСЬ С НАМИ</vt:lpstr>
      <vt:lpstr>Гарантия качества</vt:lpstr>
      <vt:lpstr>НАШИ СЕРТИФИКАТЫ И ЛИЦЕНЗИИ</vt:lpstr>
      <vt:lpstr>НАШИ СЕРТИФИКАТЫ И ЛИЦЕНЗИИ</vt:lpstr>
      <vt:lpstr>КОНТАКТЫ ДЛЯ СВЯЗИ С ГЕНЕРАЛЬНЫМ ДИРЕКТОРОМ ООО «РИК»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</cp:revision>
  <dcterms:created xsi:type="dcterms:W3CDTF">2025-04-21T10:11:00Z</dcterms:created>
  <dcterms:modified xsi:type="dcterms:W3CDTF">2026-07-21T09:05:55Z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2024-06-18T03:00:00Z</vt:filetime>
  </property>
  <property fmtid="{D5CDD505-2E9C-101B-9397-08002B2CF9AE}" pid="3" name="LastSaved">
    <vt:filetime>2025-04-21T03:00:00Z</vt:filetime>
  </property>
  <property fmtid="{D5CDD505-2E9C-101B-9397-08002B2CF9AE}" pid="4" name="ICV">
    <vt:lpwstr>788DAAE6147D4E47A5F40B658098D9C2_13</vt:lpwstr>
  </property>
  <property fmtid="{D5CDD505-2E9C-101B-9397-08002B2CF9AE}" pid="5" name="KSOProductBuildVer">
    <vt:lpwstr>1049-12.2.0.23196</vt:lpwstr>
  </property>
</Properties>
</file>